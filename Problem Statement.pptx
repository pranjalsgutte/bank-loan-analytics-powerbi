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2" r:id="rId4"/>
    <p:sldId id="257" r:id="rId5"/>
    <p:sldId id="258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ata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image" Target="../media/image16.sv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image" Target="../media/image16.sv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EBADC0-AAB9-43DF-9212-24D82A079D8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FA90A4-6D68-4857-9275-FD5799BF11F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Analyze loan portfolio performance and lending operations.</a:t>
          </a:r>
          <a:endParaRPr lang="en-US"/>
        </a:p>
      </dgm:t>
    </dgm:pt>
    <dgm:pt modelId="{03E8BBF1-8837-404E-86BA-AAFCDD724860}" cxnId="{3996C718-6EF2-4D99-B570-393F45EC4E1B}" type="parTrans">
      <dgm:prSet/>
      <dgm:spPr/>
      <dgm:t>
        <a:bodyPr/>
        <a:lstStyle/>
        <a:p>
          <a:endParaRPr lang="en-US"/>
        </a:p>
      </dgm:t>
    </dgm:pt>
    <dgm:pt modelId="{D46EC345-B8F1-4FD8-8A96-025183BF24CF}" cxnId="{3996C718-6EF2-4D99-B570-393F45EC4E1B}" type="sibTrans">
      <dgm:prSet/>
      <dgm:spPr/>
      <dgm:t>
        <a:bodyPr/>
        <a:lstStyle/>
        <a:p>
          <a:endParaRPr lang="en-US"/>
        </a:p>
      </dgm:t>
    </dgm:pt>
    <dgm:pt modelId="{ADD3E461-E679-4925-AE21-AC686643EAA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Track Good vs Bad Loans and repayment behavior.</a:t>
          </a:r>
          <a:endParaRPr lang="en-US"/>
        </a:p>
      </dgm:t>
    </dgm:pt>
    <dgm:pt modelId="{252C8B8C-5F28-4D82-9681-367FF3BBAE9E}" cxnId="{60774288-4009-4A0C-8260-01BA784C4939}" type="parTrans">
      <dgm:prSet/>
      <dgm:spPr/>
      <dgm:t>
        <a:bodyPr/>
        <a:lstStyle/>
        <a:p>
          <a:endParaRPr lang="en-US"/>
        </a:p>
      </dgm:t>
    </dgm:pt>
    <dgm:pt modelId="{A4513EF4-E4FA-4F70-BAB8-9B6EBA53D070}" cxnId="{60774288-4009-4A0C-8260-01BA784C4939}" type="sibTrans">
      <dgm:prSet/>
      <dgm:spPr/>
      <dgm:t>
        <a:bodyPr/>
        <a:lstStyle/>
        <a:p>
          <a:endParaRPr lang="en-US"/>
        </a:p>
      </dgm:t>
    </dgm:pt>
    <dgm:pt modelId="{0B81777B-DFE3-4AE5-905C-F8E40BEFD8B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Monitor KPIs like funded amount, repayments, interest rate, and DTI.</a:t>
          </a:r>
          <a:endParaRPr lang="en-US"/>
        </a:p>
      </dgm:t>
    </dgm:pt>
    <dgm:pt modelId="{609E497C-DC5F-43D4-99B5-17D4E7D42CD4}" cxnId="{D8229D9F-954F-4753-91D8-F4ED2A298D59}" type="parTrans">
      <dgm:prSet/>
      <dgm:spPr/>
      <dgm:t>
        <a:bodyPr/>
        <a:lstStyle/>
        <a:p>
          <a:endParaRPr lang="en-US"/>
        </a:p>
      </dgm:t>
    </dgm:pt>
    <dgm:pt modelId="{B4562ADF-74FF-43D4-96D6-32428B087A31}" cxnId="{D8229D9F-954F-4753-91D8-F4ED2A298D59}" type="sibTrans">
      <dgm:prSet/>
      <dgm:spPr/>
      <dgm:t>
        <a:bodyPr/>
        <a:lstStyle/>
        <a:p>
          <a:endParaRPr lang="en-US"/>
        </a:p>
      </dgm:t>
    </dgm:pt>
    <dgm:pt modelId="{EE3D9860-743D-41F2-8DC9-B5B576B5477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Build an interactive Power BI dashboard for portfolio insights.</a:t>
          </a:r>
          <a:endParaRPr lang="en-US"/>
        </a:p>
      </dgm:t>
    </dgm:pt>
    <dgm:pt modelId="{0B3BC2F6-E22C-43B0-944C-750842D4365C}" cxnId="{26492A76-15C2-4F85-A1F2-E8DC1B5C5161}" type="parTrans">
      <dgm:prSet/>
      <dgm:spPr/>
      <dgm:t>
        <a:bodyPr/>
        <a:lstStyle/>
        <a:p>
          <a:endParaRPr lang="en-US"/>
        </a:p>
      </dgm:t>
    </dgm:pt>
    <dgm:pt modelId="{8A3D20A0-921F-4085-B4FD-153668B0AE6E}" cxnId="{26492A76-15C2-4F85-A1F2-E8DC1B5C5161}" type="sibTrans">
      <dgm:prSet/>
      <dgm:spPr/>
      <dgm:t>
        <a:bodyPr/>
        <a:lstStyle/>
        <a:p>
          <a:endParaRPr lang="en-US"/>
        </a:p>
      </dgm:t>
    </dgm:pt>
    <dgm:pt modelId="{4D156DEE-957A-4340-A69C-2770A42D52B6}" type="pres">
      <dgm:prSet presAssocID="{27EBADC0-AAB9-43DF-9212-24D82A079D8D}" presName="root" presStyleCnt="0">
        <dgm:presLayoutVars>
          <dgm:dir/>
          <dgm:resizeHandles val="exact"/>
        </dgm:presLayoutVars>
      </dgm:prSet>
      <dgm:spPr/>
    </dgm:pt>
    <dgm:pt modelId="{E5E2F9E5-83DB-47A0-AB3D-3C7D25E35925}" type="pres">
      <dgm:prSet presAssocID="{80FA90A4-6D68-4857-9275-FD5799BF11F4}" presName="compNode" presStyleCnt="0"/>
      <dgm:spPr/>
    </dgm:pt>
    <dgm:pt modelId="{598BF0E0-27BF-4C5C-9CF5-6CA54A6D6835}" type="pres">
      <dgm:prSet presAssocID="{80FA90A4-6D68-4857-9275-FD5799BF11F4}" presName="bgRect" presStyleLbl="bgShp" presStyleIdx="0" presStyleCnt="4"/>
      <dgm:spPr/>
    </dgm:pt>
    <dgm:pt modelId="{BE61B9CB-DD1F-4A21-8A3B-B7255671B9C1}" type="pres">
      <dgm:prSet presAssocID="{80FA90A4-6D68-4857-9275-FD5799BF11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5DD0895B-873E-4F5E-836C-68B8E669C49F}" type="pres">
      <dgm:prSet presAssocID="{80FA90A4-6D68-4857-9275-FD5799BF11F4}" presName="spaceRect" presStyleCnt="0"/>
      <dgm:spPr/>
    </dgm:pt>
    <dgm:pt modelId="{78D38E41-93E3-4E7E-A4D7-7D022A659342}" type="pres">
      <dgm:prSet presAssocID="{80FA90A4-6D68-4857-9275-FD5799BF11F4}" presName="parTx" presStyleLbl="revTx" presStyleIdx="0" presStyleCnt="4">
        <dgm:presLayoutVars>
          <dgm:chMax val="0"/>
          <dgm:chPref val="0"/>
        </dgm:presLayoutVars>
      </dgm:prSet>
      <dgm:spPr/>
    </dgm:pt>
    <dgm:pt modelId="{DBDFCB8E-05DD-458D-AFFB-743E03813582}" type="pres">
      <dgm:prSet presAssocID="{D46EC345-B8F1-4FD8-8A96-025183BF24CF}" presName="sibTrans" presStyleCnt="0"/>
      <dgm:spPr/>
    </dgm:pt>
    <dgm:pt modelId="{751BA2D8-36DD-4766-8052-A5BCDF650E13}" type="pres">
      <dgm:prSet presAssocID="{ADD3E461-E679-4925-AE21-AC686643EAAE}" presName="compNode" presStyleCnt="0"/>
      <dgm:spPr/>
    </dgm:pt>
    <dgm:pt modelId="{A57265F5-B0A6-4C0B-BEA5-BF62E5F9AEF8}" type="pres">
      <dgm:prSet presAssocID="{ADD3E461-E679-4925-AE21-AC686643EAAE}" presName="bgRect" presStyleLbl="bgShp" presStyleIdx="1" presStyleCnt="4"/>
      <dgm:spPr/>
    </dgm:pt>
    <dgm:pt modelId="{631B6544-6B81-4A13-A64E-2BFB88E97EA3}" type="pres">
      <dgm:prSet presAssocID="{ADD3E461-E679-4925-AE21-AC686643EA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0399F4F8-DBCE-4F60-9476-D9F90E8E6BB2}" type="pres">
      <dgm:prSet presAssocID="{ADD3E461-E679-4925-AE21-AC686643EAAE}" presName="spaceRect" presStyleCnt="0"/>
      <dgm:spPr/>
    </dgm:pt>
    <dgm:pt modelId="{DAE74CFF-CB23-4D4A-A86A-8C7CF4289BDC}" type="pres">
      <dgm:prSet presAssocID="{ADD3E461-E679-4925-AE21-AC686643EAAE}" presName="parTx" presStyleLbl="revTx" presStyleIdx="1" presStyleCnt="4">
        <dgm:presLayoutVars>
          <dgm:chMax val="0"/>
          <dgm:chPref val="0"/>
        </dgm:presLayoutVars>
      </dgm:prSet>
      <dgm:spPr/>
    </dgm:pt>
    <dgm:pt modelId="{191FCBC9-687B-4960-AC12-5F942AA76D7B}" type="pres">
      <dgm:prSet presAssocID="{A4513EF4-E4FA-4F70-BAB8-9B6EBA53D070}" presName="sibTrans" presStyleCnt="0"/>
      <dgm:spPr/>
    </dgm:pt>
    <dgm:pt modelId="{C72EE5AF-7B55-47FD-9030-6F0CFF51D2AE}" type="pres">
      <dgm:prSet presAssocID="{0B81777B-DFE3-4AE5-905C-F8E40BEFD8BA}" presName="compNode" presStyleCnt="0"/>
      <dgm:spPr/>
    </dgm:pt>
    <dgm:pt modelId="{7B985B23-498C-4EFC-A25A-EBFDAAC7A1B8}" type="pres">
      <dgm:prSet presAssocID="{0B81777B-DFE3-4AE5-905C-F8E40BEFD8BA}" presName="bgRect" presStyleLbl="bgShp" presStyleIdx="2" presStyleCnt="4"/>
      <dgm:spPr/>
    </dgm:pt>
    <dgm:pt modelId="{3F495259-D6C6-4D7D-9E54-36C7FDC20168}" type="pres">
      <dgm:prSet presAssocID="{0B81777B-DFE3-4AE5-905C-F8E40BEFD8B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FF866693-E8EC-4525-8EE1-FC73990A7380}" type="pres">
      <dgm:prSet presAssocID="{0B81777B-DFE3-4AE5-905C-F8E40BEFD8BA}" presName="spaceRect" presStyleCnt="0"/>
      <dgm:spPr/>
    </dgm:pt>
    <dgm:pt modelId="{A71B998A-9802-4956-974E-F050FEF9C82A}" type="pres">
      <dgm:prSet presAssocID="{0B81777B-DFE3-4AE5-905C-F8E40BEFD8BA}" presName="parTx" presStyleLbl="revTx" presStyleIdx="2" presStyleCnt="4">
        <dgm:presLayoutVars>
          <dgm:chMax val="0"/>
          <dgm:chPref val="0"/>
        </dgm:presLayoutVars>
      </dgm:prSet>
      <dgm:spPr/>
    </dgm:pt>
    <dgm:pt modelId="{6BB27815-22F6-4590-A4FB-B67EF2FA7CF1}" type="pres">
      <dgm:prSet presAssocID="{B4562ADF-74FF-43D4-96D6-32428B087A31}" presName="sibTrans" presStyleCnt="0"/>
      <dgm:spPr/>
    </dgm:pt>
    <dgm:pt modelId="{380C51CD-402F-4818-87A5-BCC9A4FC3B9F}" type="pres">
      <dgm:prSet presAssocID="{EE3D9860-743D-41F2-8DC9-B5B576B54776}" presName="compNode" presStyleCnt="0"/>
      <dgm:spPr/>
    </dgm:pt>
    <dgm:pt modelId="{2A3452D7-5CC6-4928-BA29-7004C53BAD49}" type="pres">
      <dgm:prSet presAssocID="{EE3D9860-743D-41F2-8DC9-B5B576B54776}" presName="bgRect" presStyleLbl="bgShp" presStyleIdx="3" presStyleCnt="4"/>
      <dgm:spPr/>
    </dgm:pt>
    <dgm:pt modelId="{A6964EFF-3E41-44ED-8FB0-48CBADAE4F93}" type="pres">
      <dgm:prSet presAssocID="{EE3D9860-743D-41F2-8DC9-B5B576B5477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0C815992-F463-45FB-AA66-197F3F230898}" type="pres">
      <dgm:prSet presAssocID="{EE3D9860-743D-41F2-8DC9-B5B576B54776}" presName="spaceRect" presStyleCnt="0"/>
      <dgm:spPr/>
    </dgm:pt>
    <dgm:pt modelId="{F7C31FC9-432D-403B-8DC7-61BDF5869A3E}" type="pres">
      <dgm:prSet presAssocID="{EE3D9860-743D-41F2-8DC9-B5B576B5477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CB00314-AFEA-43DD-A808-E6CFA485CC2B}" type="presOf" srcId="{ADD3E461-E679-4925-AE21-AC686643EAAE}" destId="{DAE74CFF-CB23-4D4A-A86A-8C7CF4289BDC}" srcOrd="0" destOrd="0" presId="urn:microsoft.com/office/officeart/2018/2/layout/IconVerticalSolidList"/>
    <dgm:cxn modelId="{3996C718-6EF2-4D99-B570-393F45EC4E1B}" srcId="{27EBADC0-AAB9-43DF-9212-24D82A079D8D}" destId="{80FA90A4-6D68-4857-9275-FD5799BF11F4}" srcOrd="0" destOrd="0" parTransId="{03E8BBF1-8837-404E-86BA-AAFCDD724860}" sibTransId="{D46EC345-B8F1-4FD8-8A96-025183BF24CF}"/>
    <dgm:cxn modelId="{CE8D1338-C2D7-4756-8FE0-E938C9D296FE}" type="presOf" srcId="{27EBADC0-AAB9-43DF-9212-24D82A079D8D}" destId="{4D156DEE-957A-4340-A69C-2770A42D52B6}" srcOrd="0" destOrd="0" presId="urn:microsoft.com/office/officeart/2018/2/layout/IconVerticalSolidList"/>
    <dgm:cxn modelId="{26492A76-15C2-4F85-A1F2-E8DC1B5C5161}" srcId="{27EBADC0-AAB9-43DF-9212-24D82A079D8D}" destId="{EE3D9860-743D-41F2-8DC9-B5B576B54776}" srcOrd="3" destOrd="0" parTransId="{0B3BC2F6-E22C-43B0-944C-750842D4365C}" sibTransId="{8A3D20A0-921F-4085-B4FD-153668B0AE6E}"/>
    <dgm:cxn modelId="{60774288-4009-4A0C-8260-01BA784C4939}" srcId="{27EBADC0-AAB9-43DF-9212-24D82A079D8D}" destId="{ADD3E461-E679-4925-AE21-AC686643EAAE}" srcOrd="1" destOrd="0" parTransId="{252C8B8C-5F28-4D82-9681-367FF3BBAE9E}" sibTransId="{A4513EF4-E4FA-4F70-BAB8-9B6EBA53D070}"/>
    <dgm:cxn modelId="{D8229D9F-954F-4753-91D8-F4ED2A298D59}" srcId="{27EBADC0-AAB9-43DF-9212-24D82A079D8D}" destId="{0B81777B-DFE3-4AE5-905C-F8E40BEFD8BA}" srcOrd="2" destOrd="0" parTransId="{609E497C-DC5F-43D4-99B5-17D4E7D42CD4}" sibTransId="{B4562ADF-74FF-43D4-96D6-32428B087A31}"/>
    <dgm:cxn modelId="{DB41B6C2-E18C-479A-9066-0E7AD1E55276}" type="presOf" srcId="{EE3D9860-743D-41F2-8DC9-B5B576B54776}" destId="{F7C31FC9-432D-403B-8DC7-61BDF5869A3E}" srcOrd="0" destOrd="0" presId="urn:microsoft.com/office/officeart/2018/2/layout/IconVerticalSolidList"/>
    <dgm:cxn modelId="{6E968FF3-5B53-4C29-A2B1-3581BE561F90}" type="presOf" srcId="{0B81777B-DFE3-4AE5-905C-F8E40BEFD8BA}" destId="{A71B998A-9802-4956-974E-F050FEF9C82A}" srcOrd="0" destOrd="0" presId="urn:microsoft.com/office/officeart/2018/2/layout/IconVerticalSolidList"/>
    <dgm:cxn modelId="{14D8B7F7-373E-4252-8F9F-7C9F08E9E0E4}" type="presOf" srcId="{80FA90A4-6D68-4857-9275-FD5799BF11F4}" destId="{78D38E41-93E3-4E7E-A4D7-7D022A659342}" srcOrd="0" destOrd="0" presId="urn:microsoft.com/office/officeart/2018/2/layout/IconVerticalSolidList"/>
    <dgm:cxn modelId="{D08DB1BE-9C0D-4325-ACBF-A7A11BBACB7F}" type="presParOf" srcId="{4D156DEE-957A-4340-A69C-2770A42D52B6}" destId="{E5E2F9E5-83DB-47A0-AB3D-3C7D25E35925}" srcOrd="0" destOrd="0" presId="urn:microsoft.com/office/officeart/2018/2/layout/IconVerticalSolidList"/>
    <dgm:cxn modelId="{897BF8B7-7E46-444A-98EB-7F4A7D206A4A}" type="presParOf" srcId="{E5E2F9E5-83DB-47A0-AB3D-3C7D25E35925}" destId="{598BF0E0-27BF-4C5C-9CF5-6CA54A6D6835}" srcOrd="0" destOrd="0" presId="urn:microsoft.com/office/officeart/2018/2/layout/IconVerticalSolidList"/>
    <dgm:cxn modelId="{221D70BD-B776-4C2C-9923-FD4AC51C0BDB}" type="presParOf" srcId="{E5E2F9E5-83DB-47A0-AB3D-3C7D25E35925}" destId="{BE61B9CB-DD1F-4A21-8A3B-B7255671B9C1}" srcOrd="1" destOrd="0" presId="urn:microsoft.com/office/officeart/2018/2/layout/IconVerticalSolidList"/>
    <dgm:cxn modelId="{8C7E6420-4A93-4A32-B402-1DD8DC4B874F}" type="presParOf" srcId="{E5E2F9E5-83DB-47A0-AB3D-3C7D25E35925}" destId="{5DD0895B-873E-4F5E-836C-68B8E669C49F}" srcOrd="2" destOrd="0" presId="urn:microsoft.com/office/officeart/2018/2/layout/IconVerticalSolidList"/>
    <dgm:cxn modelId="{9C867FB7-6C8D-440F-A864-5FA5DBCCC41F}" type="presParOf" srcId="{E5E2F9E5-83DB-47A0-AB3D-3C7D25E35925}" destId="{78D38E41-93E3-4E7E-A4D7-7D022A659342}" srcOrd="3" destOrd="0" presId="urn:microsoft.com/office/officeart/2018/2/layout/IconVerticalSolidList"/>
    <dgm:cxn modelId="{EC57A7B6-6305-4F20-A1A3-CFD17FCA638B}" type="presParOf" srcId="{4D156DEE-957A-4340-A69C-2770A42D52B6}" destId="{DBDFCB8E-05DD-458D-AFFB-743E03813582}" srcOrd="1" destOrd="0" presId="urn:microsoft.com/office/officeart/2018/2/layout/IconVerticalSolidList"/>
    <dgm:cxn modelId="{FC2D7ED0-265F-4A3C-B524-9D5F4AEA5B1F}" type="presParOf" srcId="{4D156DEE-957A-4340-A69C-2770A42D52B6}" destId="{751BA2D8-36DD-4766-8052-A5BCDF650E13}" srcOrd="2" destOrd="0" presId="urn:microsoft.com/office/officeart/2018/2/layout/IconVerticalSolidList"/>
    <dgm:cxn modelId="{0AEFFEC1-D910-4C3A-8F8D-63F3DFFC319C}" type="presParOf" srcId="{751BA2D8-36DD-4766-8052-A5BCDF650E13}" destId="{A57265F5-B0A6-4C0B-BEA5-BF62E5F9AEF8}" srcOrd="0" destOrd="0" presId="urn:microsoft.com/office/officeart/2018/2/layout/IconVerticalSolidList"/>
    <dgm:cxn modelId="{38B17F90-8479-4DA4-9F1A-685E23A10EC1}" type="presParOf" srcId="{751BA2D8-36DD-4766-8052-A5BCDF650E13}" destId="{631B6544-6B81-4A13-A64E-2BFB88E97EA3}" srcOrd="1" destOrd="0" presId="urn:microsoft.com/office/officeart/2018/2/layout/IconVerticalSolidList"/>
    <dgm:cxn modelId="{B743C220-F30C-48C0-A080-625C1612714A}" type="presParOf" srcId="{751BA2D8-36DD-4766-8052-A5BCDF650E13}" destId="{0399F4F8-DBCE-4F60-9476-D9F90E8E6BB2}" srcOrd="2" destOrd="0" presId="urn:microsoft.com/office/officeart/2018/2/layout/IconVerticalSolidList"/>
    <dgm:cxn modelId="{1900E889-7BBB-4082-9554-2EC6E9F9D7F9}" type="presParOf" srcId="{751BA2D8-36DD-4766-8052-A5BCDF650E13}" destId="{DAE74CFF-CB23-4D4A-A86A-8C7CF4289BDC}" srcOrd="3" destOrd="0" presId="urn:microsoft.com/office/officeart/2018/2/layout/IconVerticalSolidList"/>
    <dgm:cxn modelId="{CE722929-5C59-42B1-9568-6F4EF3F30438}" type="presParOf" srcId="{4D156DEE-957A-4340-A69C-2770A42D52B6}" destId="{191FCBC9-687B-4960-AC12-5F942AA76D7B}" srcOrd="3" destOrd="0" presId="urn:microsoft.com/office/officeart/2018/2/layout/IconVerticalSolidList"/>
    <dgm:cxn modelId="{420846F4-2483-458B-A83A-9BB73084E4A2}" type="presParOf" srcId="{4D156DEE-957A-4340-A69C-2770A42D52B6}" destId="{C72EE5AF-7B55-47FD-9030-6F0CFF51D2AE}" srcOrd="4" destOrd="0" presId="urn:microsoft.com/office/officeart/2018/2/layout/IconVerticalSolidList"/>
    <dgm:cxn modelId="{6C623A4C-E270-41FD-BA9C-7BE08E5F1386}" type="presParOf" srcId="{C72EE5AF-7B55-47FD-9030-6F0CFF51D2AE}" destId="{7B985B23-498C-4EFC-A25A-EBFDAAC7A1B8}" srcOrd="0" destOrd="0" presId="urn:microsoft.com/office/officeart/2018/2/layout/IconVerticalSolidList"/>
    <dgm:cxn modelId="{080FC7BC-846E-47D8-A61F-6A55D4A7B127}" type="presParOf" srcId="{C72EE5AF-7B55-47FD-9030-6F0CFF51D2AE}" destId="{3F495259-D6C6-4D7D-9E54-36C7FDC20168}" srcOrd="1" destOrd="0" presId="urn:microsoft.com/office/officeart/2018/2/layout/IconVerticalSolidList"/>
    <dgm:cxn modelId="{EDCCB914-341E-45E6-AD1D-333CAFB68A59}" type="presParOf" srcId="{C72EE5AF-7B55-47FD-9030-6F0CFF51D2AE}" destId="{FF866693-E8EC-4525-8EE1-FC73990A7380}" srcOrd="2" destOrd="0" presId="urn:microsoft.com/office/officeart/2018/2/layout/IconVerticalSolidList"/>
    <dgm:cxn modelId="{28DF5C1E-8C07-4055-9A4A-36AE9D88AC2C}" type="presParOf" srcId="{C72EE5AF-7B55-47FD-9030-6F0CFF51D2AE}" destId="{A71B998A-9802-4956-974E-F050FEF9C82A}" srcOrd="3" destOrd="0" presId="urn:microsoft.com/office/officeart/2018/2/layout/IconVerticalSolidList"/>
    <dgm:cxn modelId="{F26831F4-C232-47C8-99AB-56181A188989}" type="presParOf" srcId="{4D156DEE-957A-4340-A69C-2770A42D52B6}" destId="{6BB27815-22F6-4590-A4FB-B67EF2FA7CF1}" srcOrd="5" destOrd="0" presId="urn:microsoft.com/office/officeart/2018/2/layout/IconVerticalSolidList"/>
    <dgm:cxn modelId="{79BC851D-67E7-46C8-9E77-4DEC6D10564F}" type="presParOf" srcId="{4D156DEE-957A-4340-A69C-2770A42D52B6}" destId="{380C51CD-402F-4818-87A5-BCC9A4FC3B9F}" srcOrd="6" destOrd="0" presId="urn:microsoft.com/office/officeart/2018/2/layout/IconVerticalSolidList"/>
    <dgm:cxn modelId="{D1C6B48E-1910-4C20-9D40-BB31D3DAF916}" type="presParOf" srcId="{380C51CD-402F-4818-87A5-BCC9A4FC3B9F}" destId="{2A3452D7-5CC6-4928-BA29-7004C53BAD49}" srcOrd="0" destOrd="0" presId="urn:microsoft.com/office/officeart/2018/2/layout/IconVerticalSolidList"/>
    <dgm:cxn modelId="{A531081B-49BF-447B-AB90-582FADBD8041}" type="presParOf" srcId="{380C51CD-402F-4818-87A5-BCC9A4FC3B9F}" destId="{A6964EFF-3E41-44ED-8FB0-48CBADAE4F93}" srcOrd="1" destOrd="0" presId="urn:microsoft.com/office/officeart/2018/2/layout/IconVerticalSolidList"/>
    <dgm:cxn modelId="{29E758C1-70B9-4EB5-BE9F-ADA0D47F2CD9}" type="presParOf" srcId="{380C51CD-402F-4818-87A5-BCC9A4FC3B9F}" destId="{0C815992-F463-45FB-AA66-197F3F230898}" srcOrd="2" destOrd="0" presId="urn:microsoft.com/office/officeart/2018/2/layout/IconVerticalSolidList"/>
    <dgm:cxn modelId="{B58BD739-7CA1-468F-8658-3CF89BF4E3B3}" type="presParOf" srcId="{380C51CD-402F-4818-87A5-BCC9A4FC3B9F}" destId="{F7C31FC9-432D-403B-8DC7-61BDF5869A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916E78-2554-4A0B-BC32-E84E5E43A9A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4968ED-ACE2-4227-8139-28BDD1B37BF8}">
      <dgm:prSet/>
      <dgm:spPr/>
      <dgm:t>
        <a:bodyPr/>
        <a:lstStyle/>
        <a:p>
          <a:r>
            <a:rPr lang="en-IN" b="1" dirty="0"/>
            <a:t>Total Loan </a:t>
          </a:r>
          <a:r>
            <a:rPr lang="en-IN" b="1"/>
            <a:t>Applications:</a:t>
          </a:r>
          <a:endParaRPr lang="en-US" dirty="0"/>
        </a:p>
      </dgm:t>
    </dgm:pt>
    <dgm:pt modelId="{5C81EA12-42E4-4233-9C5F-2C97C087BBD9}" cxnId="{31824144-7F99-46AC-9316-FA280EACED2C}" type="parTrans">
      <dgm:prSet/>
      <dgm:spPr/>
      <dgm:t>
        <a:bodyPr/>
        <a:lstStyle/>
        <a:p>
          <a:endParaRPr lang="en-US"/>
        </a:p>
      </dgm:t>
    </dgm:pt>
    <dgm:pt modelId="{57D9F994-3FED-4A9B-89B9-DDEFC5A6FA58}" cxnId="{31824144-7F99-46AC-9316-FA280EACED2C}" type="sibTrans">
      <dgm:prSet/>
      <dgm:spPr/>
      <dgm:t>
        <a:bodyPr/>
        <a:lstStyle/>
        <a:p>
          <a:endParaRPr lang="en-US"/>
        </a:p>
      </dgm:t>
    </dgm:pt>
    <dgm:pt modelId="{23FF7CE9-2CDA-4ABD-AE53-AAFC5C14A3C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Total Funded </a:t>
          </a:r>
          <a:r>
            <a:rPr lang="en-IN" b="1"/>
            <a:t>Amount:</a:t>
          </a:r>
          <a:endParaRPr lang="en-IN" dirty="0"/>
        </a:p>
      </dgm:t>
    </dgm:pt>
    <dgm:pt modelId="{3A50CB09-A9D9-4B73-B300-137561A49749}" cxnId="{601CB1DE-6D14-43CD-AF76-26EE8B5ED476}" type="parTrans">
      <dgm:prSet/>
      <dgm:spPr/>
      <dgm:t>
        <a:bodyPr/>
        <a:lstStyle/>
        <a:p>
          <a:endParaRPr lang="en-IN"/>
        </a:p>
      </dgm:t>
    </dgm:pt>
    <dgm:pt modelId="{E1B8F3B6-FEC8-4D23-A449-8380B4E6908C}" cxnId="{601CB1DE-6D14-43CD-AF76-26EE8B5ED476}" type="sibTrans">
      <dgm:prSet/>
      <dgm:spPr/>
      <dgm:t>
        <a:bodyPr/>
        <a:lstStyle/>
        <a:p>
          <a:endParaRPr lang="en-IN"/>
        </a:p>
      </dgm:t>
    </dgm:pt>
    <dgm:pt modelId="{C4260E23-481B-4BC9-B97A-9629246DABD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Total Amount Received:</a:t>
          </a:r>
          <a:endParaRPr lang="en-IN" dirty="0"/>
        </a:p>
      </dgm:t>
    </dgm:pt>
    <dgm:pt modelId="{4A42E26A-28B1-4E7F-A1F4-7BEF42C25571}" cxnId="{0119F038-D337-4E1D-A241-4C4CACB64200}" type="parTrans">
      <dgm:prSet/>
      <dgm:spPr/>
      <dgm:t>
        <a:bodyPr/>
        <a:lstStyle/>
        <a:p>
          <a:endParaRPr lang="en-IN"/>
        </a:p>
      </dgm:t>
    </dgm:pt>
    <dgm:pt modelId="{EAE8654B-5AA3-4495-9889-DA1DF17FAFD7}" cxnId="{0119F038-D337-4E1D-A241-4C4CACB64200}" type="sibTrans">
      <dgm:prSet/>
      <dgm:spPr/>
      <dgm:t>
        <a:bodyPr/>
        <a:lstStyle/>
        <a:p>
          <a:endParaRPr lang="en-IN"/>
        </a:p>
      </dgm:t>
    </dgm:pt>
    <dgm:pt modelId="{E38812E5-1FC1-4CE6-9C47-52BA032F4DB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Average Interest Rate:</a:t>
          </a:r>
          <a:endParaRPr lang="en-IN" dirty="0"/>
        </a:p>
      </dgm:t>
    </dgm:pt>
    <dgm:pt modelId="{F1DFF460-C22C-4188-8A01-19B6718E171B}" cxnId="{25D579D4-1867-45C6-9E5B-2C0FB31BDD9A}" type="parTrans">
      <dgm:prSet/>
      <dgm:spPr/>
      <dgm:t>
        <a:bodyPr/>
        <a:lstStyle/>
        <a:p>
          <a:endParaRPr lang="en-IN"/>
        </a:p>
      </dgm:t>
    </dgm:pt>
    <dgm:pt modelId="{28CE315F-CF54-47D0-8D61-F729286E9658}" cxnId="{25D579D4-1867-45C6-9E5B-2C0FB31BDD9A}" type="sibTrans">
      <dgm:prSet/>
      <dgm:spPr/>
      <dgm:t>
        <a:bodyPr/>
        <a:lstStyle/>
        <a:p>
          <a:endParaRPr lang="en-IN"/>
        </a:p>
      </dgm:t>
    </dgm:pt>
    <dgm:pt modelId="{2BF96F5A-05DD-4F7E-B8EC-AE4BD2FA614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dirty="0"/>
            <a:t>Average Debt-to-Income Ratio (DTI):</a:t>
          </a:r>
          <a:endParaRPr lang="en-IN" dirty="0"/>
        </a:p>
      </dgm:t>
    </dgm:pt>
    <dgm:pt modelId="{F5FADF46-6D0B-4F84-8E21-7AD9AC86D9D3}" cxnId="{32C1DE82-14D3-4E28-828D-6C8391762FE1}" type="parTrans">
      <dgm:prSet/>
      <dgm:spPr/>
      <dgm:t>
        <a:bodyPr/>
        <a:lstStyle/>
        <a:p>
          <a:endParaRPr lang="en-IN"/>
        </a:p>
      </dgm:t>
    </dgm:pt>
    <dgm:pt modelId="{DBCA5D1A-3A68-4EB1-AC41-9B139A0E3DF1}" cxnId="{32C1DE82-14D3-4E28-828D-6C8391762FE1}" type="sibTrans">
      <dgm:prSet/>
      <dgm:spPr/>
      <dgm:t>
        <a:bodyPr/>
        <a:lstStyle/>
        <a:p>
          <a:endParaRPr lang="en-IN"/>
        </a:p>
      </dgm:t>
    </dgm:pt>
    <dgm:pt modelId="{4F44BBBF-F336-4DF2-967B-0C62369D671D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Tracking the total amount received from borrowers is essential for assessing the bank's cash flow and loan repayment. </a:t>
          </a:r>
        </a:p>
      </dgm:t>
    </dgm:pt>
    <dgm:pt modelId="{0DE49957-4C60-499A-87D5-18778DB1A6E0}" cxnId="{37149081-0195-47B8-9A6C-38C72BA9EB9C}" type="parTrans">
      <dgm:prSet/>
      <dgm:spPr/>
      <dgm:t>
        <a:bodyPr/>
        <a:lstStyle/>
        <a:p>
          <a:endParaRPr lang="en-IN"/>
        </a:p>
      </dgm:t>
    </dgm:pt>
    <dgm:pt modelId="{FEE0EF15-181C-4D7F-AC71-5DAD9331F9DB}" cxnId="{37149081-0195-47B8-9A6C-38C72BA9EB9C}" type="sibTrans">
      <dgm:prSet/>
      <dgm:spPr/>
      <dgm:t>
        <a:bodyPr/>
        <a:lstStyle/>
        <a:p>
          <a:endParaRPr lang="en-IN"/>
        </a:p>
      </dgm:t>
    </dgm:pt>
    <dgm:pt modelId="{72405670-5E99-4421-B020-CC7D60E5B5C3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Calculating the average interest rate across all loans.</a:t>
          </a:r>
        </a:p>
      </dgm:t>
    </dgm:pt>
    <dgm:pt modelId="{863E2231-97A8-45CA-B647-35D624CD6773}" cxnId="{163E97D0-F425-43F2-8C6C-DDFC22AB7106}" type="parTrans">
      <dgm:prSet/>
      <dgm:spPr/>
      <dgm:t>
        <a:bodyPr/>
        <a:lstStyle/>
        <a:p>
          <a:endParaRPr lang="en-IN"/>
        </a:p>
      </dgm:t>
    </dgm:pt>
    <dgm:pt modelId="{76E63DF6-268D-4DB3-AC25-E70BBD797896}" cxnId="{163E97D0-F425-43F2-8C6C-DDFC22AB7106}" type="sibTrans">
      <dgm:prSet/>
      <dgm:spPr/>
      <dgm:t>
        <a:bodyPr/>
        <a:lstStyle/>
        <a:p>
          <a:endParaRPr lang="en-IN"/>
        </a:p>
      </dgm:t>
    </dgm:pt>
    <dgm:pt modelId="{B16E48A9-B9CB-4947-9973-241A06522B47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Evaluating the average DTI for our borrowers helps us gauge their financial health. </a:t>
          </a:r>
        </a:p>
      </dgm:t>
    </dgm:pt>
    <dgm:pt modelId="{E64ADA25-14B0-4FD1-B890-5A9384EC196B}" cxnId="{C5D9FE11-D0B7-4DBA-B51D-EC8BB8244F70}" type="parTrans">
      <dgm:prSet/>
      <dgm:spPr/>
      <dgm:t>
        <a:bodyPr/>
        <a:lstStyle/>
        <a:p>
          <a:endParaRPr lang="en-IN"/>
        </a:p>
      </dgm:t>
    </dgm:pt>
    <dgm:pt modelId="{289F1756-635B-4845-9761-4F207B7C5F34}" cxnId="{C5D9FE11-D0B7-4DBA-B51D-EC8BB8244F70}" type="sibTrans">
      <dgm:prSet/>
      <dgm:spPr/>
      <dgm:t>
        <a:bodyPr/>
        <a:lstStyle/>
        <a:p>
          <a:endParaRPr lang="en-IN"/>
        </a:p>
      </dgm:t>
    </dgm:pt>
    <dgm:pt modelId="{F7E8226E-3DE5-4B4D-9D97-A46FEC9C8EC6}">
      <dgm:prSet/>
      <dgm:spPr/>
      <dgm:t>
        <a:bodyPr/>
        <a:lstStyle/>
        <a:p>
          <a:r>
            <a:rPr lang="en-IN" dirty="0"/>
            <a:t>We need to calculate the total number of loan applications received during a specified period. </a:t>
          </a:r>
          <a:endParaRPr lang="en-US" dirty="0"/>
        </a:p>
      </dgm:t>
    </dgm:pt>
    <dgm:pt modelId="{38E3B297-2BEB-409F-AA34-388EC214BA2A}" cxnId="{5F4FCDC2-72F3-45C5-BCE5-71D5572561AD}" type="parTrans">
      <dgm:prSet/>
      <dgm:spPr/>
      <dgm:t>
        <a:bodyPr/>
        <a:lstStyle/>
        <a:p>
          <a:endParaRPr lang="en-IN"/>
        </a:p>
      </dgm:t>
    </dgm:pt>
    <dgm:pt modelId="{FDBEC895-8F35-4CD2-AE45-4D2419FFDFD7}" cxnId="{5F4FCDC2-72F3-45C5-BCE5-71D5572561AD}" type="sibTrans">
      <dgm:prSet/>
      <dgm:spPr/>
      <dgm:t>
        <a:bodyPr/>
        <a:lstStyle/>
        <a:p>
          <a:endParaRPr lang="en-IN"/>
        </a:p>
      </dgm:t>
    </dgm:pt>
    <dgm:pt modelId="{A4B20728-6A62-451D-9E8A-6D322CA75340}">
      <dgm:prSet/>
      <dgm:spPr/>
      <dgm:t>
        <a:bodyPr/>
        <a:lstStyle/>
        <a:p>
          <a:pPr>
            <a:buFont typeface="+mj-lt"/>
            <a:buNone/>
          </a:pPr>
          <a:r>
            <a:rPr lang="en-IN" dirty="0"/>
            <a:t>Understanding the total amount of funds disbursed as loans is crucial. </a:t>
          </a:r>
        </a:p>
      </dgm:t>
    </dgm:pt>
    <dgm:pt modelId="{661F73D7-7505-4D30-9EA2-80F1F3CEFC0F}" cxnId="{1FA0957B-B870-4B74-A40E-119A73D88952}" type="parTrans">
      <dgm:prSet/>
      <dgm:spPr/>
      <dgm:t>
        <a:bodyPr/>
        <a:lstStyle/>
        <a:p>
          <a:endParaRPr lang="en-IN"/>
        </a:p>
      </dgm:t>
    </dgm:pt>
    <dgm:pt modelId="{CDF07FD6-B2F2-44A9-87CA-60FC0C3CE0AE}" cxnId="{1FA0957B-B870-4B74-A40E-119A73D88952}" type="sibTrans">
      <dgm:prSet/>
      <dgm:spPr/>
      <dgm:t>
        <a:bodyPr/>
        <a:lstStyle/>
        <a:p>
          <a:endParaRPr lang="en-IN"/>
        </a:p>
      </dgm:t>
    </dgm:pt>
    <dgm:pt modelId="{193DF4A1-154D-4719-BD43-39F9DAEF0894}" type="pres">
      <dgm:prSet presAssocID="{91916E78-2554-4A0B-BC32-E84E5E43A9A9}" presName="linear" presStyleCnt="0">
        <dgm:presLayoutVars>
          <dgm:dir/>
          <dgm:animLvl val="lvl"/>
          <dgm:resizeHandles val="exact"/>
        </dgm:presLayoutVars>
      </dgm:prSet>
      <dgm:spPr/>
    </dgm:pt>
    <dgm:pt modelId="{2B98DBF7-85AE-4350-838D-314C970FDB55}" type="pres">
      <dgm:prSet presAssocID="{554968ED-ACE2-4227-8139-28BDD1B37BF8}" presName="parentLin" presStyleCnt="0"/>
      <dgm:spPr/>
    </dgm:pt>
    <dgm:pt modelId="{26CF560F-834D-4340-A254-A46AA28CA561}" type="pres">
      <dgm:prSet presAssocID="{554968ED-ACE2-4227-8139-28BDD1B37BF8}" presName="parentLeftMargin" presStyleLbl="node1" presStyleIdx="0" presStyleCnt="5"/>
      <dgm:spPr/>
    </dgm:pt>
    <dgm:pt modelId="{DE14179B-65CF-438C-BAE1-82E8B7D1ACB7}" type="pres">
      <dgm:prSet presAssocID="{554968ED-ACE2-4227-8139-28BDD1B37BF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E40301D-2C05-4320-93F4-9903A72402E4}" type="pres">
      <dgm:prSet presAssocID="{554968ED-ACE2-4227-8139-28BDD1B37BF8}" presName="negativeSpace" presStyleCnt="0"/>
      <dgm:spPr/>
    </dgm:pt>
    <dgm:pt modelId="{7686E353-8FA9-4000-9DE8-B6E051D92A51}" type="pres">
      <dgm:prSet presAssocID="{554968ED-ACE2-4227-8139-28BDD1B37BF8}" presName="childText" presStyleLbl="conFgAcc1" presStyleIdx="0" presStyleCnt="5">
        <dgm:presLayoutVars>
          <dgm:bulletEnabled val="1"/>
        </dgm:presLayoutVars>
      </dgm:prSet>
      <dgm:spPr/>
    </dgm:pt>
    <dgm:pt modelId="{9D7D3654-9367-4CB2-819A-3F9E72AA5890}" type="pres">
      <dgm:prSet presAssocID="{57D9F994-3FED-4A9B-89B9-DDEFC5A6FA58}" presName="spaceBetweenRectangles" presStyleCnt="0"/>
      <dgm:spPr/>
    </dgm:pt>
    <dgm:pt modelId="{3F15AAD3-F273-43CD-B1AD-FEBEFEA8446A}" type="pres">
      <dgm:prSet presAssocID="{23FF7CE9-2CDA-4ABD-AE53-AAFC5C14A3CF}" presName="parentLin" presStyleCnt="0"/>
      <dgm:spPr/>
    </dgm:pt>
    <dgm:pt modelId="{0A2EF939-A076-408B-9CAA-4437C0E6AC75}" type="pres">
      <dgm:prSet presAssocID="{23FF7CE9-2CDA-4ABD-AE53-AAFC5C14A3CF}" presName="parentLeftMargin" presStyleLbl="node1" presStyleIdx="0" presStyleCnt="5"/>
      <dgm:spPr/>
    </dgm:pt>
    <dgm:pt modelId="{7AAB159B-3B24-49CC-B3B5-8BC5C0C7F737}" type="pres">
      <dgm:prSet presAssocID="{23FF7CE9-2CDA-4ABD-AE53-AAFC5C14A3C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2775AD7-CCB3-48C5-968E-CBDA5617E985}" type="pres">
      <dgm:prSet presAssocID="{23FF7CE9-2CDA-4ABD-AE53-AAFC5C14A3CF}" presName="negativeSpace" presStyleCnt="0"/>
      <dgm:spPr/>
    </dgm:pt>
    <dgm:pt modelId="{139E1B45-F460-4288-9469-AC25BDA77579}" type="pres">
      <dgm:prSet presAssocID="{23FF7CE9-2CDA-4ABD-AE53-AAFC5C14A3CF}" presName="childText" presStyleLbl="conFgAcc1" presStyleIdx="1" presStyleCnt="5">
        <dgm:presLayoutVars>
          <dgm:bulletEnabled val="1"/>
        </dgm:presLayoutVars>
      </dgm:prSet>
      <dgm:spPr/>
    </dgm:pt>
    <dgm:pt modelId="{2F084175-C387-4DFA-8F79-814EB07C8BD8}" type="pres">
      <dgm:prSet presAssocID="{E1B8F3B6-FEC8-4D23-A449-8380B4E6908C}" presName="spaceBetweenRectangles" presStyleCnt="0"/>
      <dgm:spPr/>
    </dgm:pt>
    <dgm:pt modelId="{627024A5-3C10-48CF-ADFA-917784E47D0A}" type="pres">
      <dgm:prSet presAssocID="{C4260E23-481B-4BC9-B97A-9629246DABD0}" presName="parentLin" presStyleCnt="0"/>
      <dgm:spPr/>
    </dgm:pt>
    <dgm:pt modelId="{52DB0F54-9D57-4BC4-BBCD-89CE1F09215A}" type="pres">
      <dgm:prSet presAssocID="{C4260E23-481B-4BC9-B97A-9629246DABD0}" presName="parentLeftMargin" presStyleLbl="node1" presStyleIdx="1" presStyleCnt="5"/>
      <dgm:spPr/>
    </dgm:pt>
    <dgm:pt modelId="{6C96FD63-85DD-499B-BD96-B51A9A273FA3}" type="pres">
      <dgm:prSet presAssocID="{C4260E23-481B-4BC9-B97A-9629246DAB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A88B583-068A-4598-8F32-FA36A3C88BCD}" type="pres">
      <dgm:prSet presAssocID="{C4260E23-481B-4BC9-B97A-9629246DABD0}" presName="negativeSpace" presStyleCnt="0"/>
      <dgm:spPr/>
    </dgm:pt>
    <dgm:pt modelId="{64B96FF1-DF85-4D2D-BE2B-3111558B002E}" type="pres">
      <dgm:prSet presAssocID="{C4260E23-481B-4BC9-B97A-9629246DABD0}" presName="childText" presStyleLbl="conFgAcc1" presStyleIdx="2" presStyleCnt="5">
        <dgm:presLayoutVars>
          <dgm:bulletEnabled val="1"/>
        </dgm:presLayoutVars>
      </dgm:prSet>
      <dgm:spPr/>
    </dgm:pt>
    <dgm:pt modelId="{E116E1D0-5D99-4C8B-A7F5-D54F0CB1474C}" type="pres">
      <dgm:prSet presAssocID="{EAE8654B-5AA3-4495-9889-DA1DF17FAFD7}" presName="spaceBetweenRectangles" presStyleCnt="0"/>
      <dgm:spPr/>
    </dgm:pt>
    <dgm:pt modelId="{E0433A8C-B361-4695-9200-D2AB97E7246D}" type="pres">
      <dgm:prSet presAssocID="{E38812E5-1FC1-4CE6-9C47-52BA032F4DBE}" presName="parentLin" presStyleCnt="0"/>
      <dgm:spPr/>
    </dgm:pt>
    <dgm:pt modelId="{AE5EFEA7-20A6-45CD-B24B-7128B55CF170}" type="pres">
      <dgm:prSet presAssocID="{E38812E5-1FC1-4CE6-9C47-52BA032F4DBE}" presName="parentLeftMargin" presStyleLbl="node1" presStyleIdx="2" presStyleCnt="5"/>
      <dgm:spPr/>
    </dgm:pt>
    <dgm:pt modelId="{E4A8B0D6-1567-4440-B92A-D94CBED126AD}" type="pres">
      <dgm:prSet presAssocID="{E38812E5-1FC1-4CE6-9C47-52BA032F4DB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B136791-BEC1-47DA-8116-92F3D96C5049}" type="pres">
      <dgm:prSet presAssocID="{E38812E5-1FC1-4CE6-9C47-52BA032F4DBE}" presName="negativeSpace" presStyleCnt="0"/>
      <dgm:spPr/>
    </dgm:pt>
    <dgm:pt modelId="{96723BCF-1B91-46C1-A260-CB244CAFE30D}" type="pres">
      <dgm:prSet presAssocID="{E38812E5-1FC1-4CE6-9C47-52BA032F4DBE}" presName="childText" presStyleLbl="conFgAcc1" presStyleIdx="3" presStyleCnt="5">
        <dgm:presLayoutVars>
          <dgm:bulletEnabled val="1"/>
        </dgm:presLayoutVars>
      </dgm:prSet>
      <dgm:spPr/>
    </dgm:pt>
    <dgm:pt modelId="{F2D9EF7F-A5A9-432F-B6CB-BC564EBE1AEE}" type="pres">
      <dgm:prSet presAssocID="{28CE315F-CF54-47D0-8D61-F729286E9658}" presName="spaceBetweenRectangles" presStyleCnt="0"/>
      <dgm:spPr/>
    </dgm:pt>
    <dgm:pt modelId="{3334704E-B182-4885-B7CF-C9479D058641}" type="pres">
      <dgm:prSet presAssocID="{2BF96F5A-05DD-4F7E-B8EC-AE4BD2FA6148}" presName="parentLin" presStyleCnt="0"/>
      <dgm:spPr/>
    </dgm:pt>
    <dgm:pt modelId="{01F8325D-F033-4186-981B-6E80F04E4E6B}" type="pres">
      <dgm:prSet presAssocID="{2BF96F5A-05DD-4F7E-B8EC-AE4BD2FA6148}" presName="parentLeftMargin" presStyleLbl="node1" presStyleIdx="3" presStyleCnt="5"/>
      <dgm:spPr/>
    </dgm:pt>
    <dgm:pt modelId="{C91851BD-77F4-47E0-923B-6B8CFEBFE457}" type="pres">
      <dgm:prSet presAssocID="{2BF96F5A-05DD-4F7E-B8EC-AE4BD2FA614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EE92CCE-AC6F-444B-BA7C-F26E9D48AFFC}" type="pres">
      <dgm:prSet presAssocID="{2BF96F5A-05DD-4F7E-B8EC-AE4BD2FA6148}" presName="negativeSpace" presStyleCnt="0"/>
      <dgm:spPr/>
    </dgm:pt>
    <dgm:pt modelId="{A6993E75-0DA6-494D-9450-88118968A943}" type="pres">
      <dgm:prSet presAssocID="{2BF96F5A-05DD-4F7E-B8EC-AE4BD2FA614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E8FC1C04-AED8-4CAE-A276-7C6271D92383}" type="presOf" srcId="{2BF96F5A-05DD-4F7E-B8EC-AE4BD2FA6148}" destId="{01F8325D-F033-4186-981B-6E80F04E4E6B}" srcOrd="0" destOrd="0" presId="urn:microsoft.com/office/officeart/2005/8/layout/list1"/>
    <dgm:cxn modelId="{C5D9FE11-D0B7-4DBA-B51D-EC8BB8244F70}" srcId="{2BF96F5A-05DD-4F7E-B8EC-AE4BD2FA6148}" destId="{B16E48A9-B9CB-4947-9973-241A06522B47}" srcOrd="0" destOrd="0" parTransId="{E64ADA25-14B0-4FD1-B890-5A9384EC196B}" sibTransId="{289F1756-635B-4845-9761-4F207B7C5F34}"/>
    <dgm:cxn modelId="{BA25CB15-06E0-404E-9823-A425E7B034B6}" type="presOf" srcId="{2BF96F5A-05DD-4F7E-B8EC-AE4BD2FA6148}" destId="{C91851BD-77F4-47E0-923B-6B8CFEBFE457}" srcOrd="1" destOrd="0" presId="urn:microsoft.com/office/officeart/2005/8/layout/list1"/>
    <dgm:cxn modelId="{B2D7C233-09ED-46E6-A733-01622ACA2729}" type="presOf" srcId="{C4260E23-481B-4BC9-B97A-9629246DABD0}" destId="{52DB0F54-9D57-4BC4-BBCD-89CE1F09215A}" srcOrd="0" destOrd="0" presId="urn:microsoft.com/office/officeart/2005/8/layout/list1"/>
    <dgm:cxn modelId="{0119F038-D337-4E1D-A241-4C4CACB64200}" srcId="{91916E78-2554-4A0B-BC32-E84E5E43A9A9}" destId="{C4260E23-481B-4BC9-B97A-9629246DABD0}" srcOrd="2" destOrd="0" parTransId="{4A42E26A-28B1-4E7F-A1F4-7BEF42C25571}" sibTransId="{EAE8654B-5AA3-4495-9889-DA1DF17FAFD7}"/>
    <dgm:cxn modelId="{91A0743A-B558-4D2B-8B43-EB0B3442C4DA}" type="presOf" srcId="{F7E8226E-3DE5-4B4D-9D97-A46FEC9C8EC6}" destId="{7686E353-8FA9-4000-9DE8-B6E051D92A51}" srcOrd="0" destOrd="0" presId="urn:microsoft.com/office/officeart/2005/8/layout/list1"/>
    <dgm:cxn modelId="{C837363C-C70D-4A48-9E78-8153129729AE}" type="presOf" srcId="{E38812E5-1FC1-4CE6-9C47-52BA032F4DBE}" destId="{E4A8B0D6-1567-4440-B92A-D94CBED126AD}" srcOrd="1" destOrd="0" presId="urn:microsoft.com/office/officeart/2005/8/layout/list1"/>
    <dgm:cxn modelId="{B1C7B840-F85A-41AC-B5BE-04F194268F83}" type="presOf" srcId="{23FF7CE9-2CDA-4ABD-AE53-AAFC5C14A3CF}" destId="{7AAB159B-3B24-49CC-B3B5-8BC5C0C7F737}" srcOrd="1" destOrd="0" presId="urn:microsoft.com/office/officeart/2005/8/layout/list1"/>
    <dgm:cxn modelId="{0260B462-5066-4E16-97B7-31790DEA0D06}" type="presOf" srcId="{A4B20728-6A62-451D-9E8A-6D322CA75340}" destId="{139E1B45-F460-4288-9469-AC25BDA77579}" srcOrd="0" destOrd="0" presId="urn:microsoft.com/office/officeart/2005/8/layout/list1"/>
    <dgm:cxn modelId="{31824144-7F99-46AC-9316-FA280EACED2C}" srcId="{91916E78-2554-4A0B-BC32-E84E5E43A9A9}" destId="{554968ED-ACE2-4227-8139-28BDD1B37BF8}" srcOrd="0" destOrd="0" parTransId="{5C81EA12-42E4-4233-9C5F-2C97C087BBD9}" sibTransId="{57D9F994-3FED-4A9B-89B9-DDEFC5A6FA58}"/>
    <dgm:cxn modelId="{808B4869-FCB8-4666-A6A1-EE4DF6520819}" type="presOf" srcId="{B16E48A9-B9CB-4947-9973-241A06522B47}" destId="{A6993E75-0DA6-494D-9450-88118968A943}" srcOrd="0" destOrd="0" presId="urn:microsoft.com/office/officeart/2005/8/layout/list1"/>
    <dgm:cxn modelId="{3E7B8149-3B36-41B5-A7A7-E9D59B32BBDF}" type="presOf" srcId="{23FF7CE9-2CDA-4ABD-AE53-AAFC5C14A3CF}" destId="{0A2EF939-A076-408B-9CAA-4437C0E6AC75}" srcOrd="0" destOrd="0" presId="urn:microsoft.com/office/officeart/2005/8/layout/list1"/>
    <dgm:cxn modelId="{9F76486B-43AC-4AF8-BDC9-325633B09CA0}" type="presOf" srcId="{554968ED-ACE2-4227-8139-28BDD1B37BF8}" destId="{26CF560F-834D-4340-A254-A46AA28CA561}" srcOrd="0" destOrd="0" presId="urn:microsoft.com/office/officeart/2005/8/layout/list1"/>
    <dgm:cxn modelId="{B957F04E-CF30-459A-B2C4-A251E2B5491A}" type="presOf" srcId="{72405670-5E99-4421-B020-CC7D60E5B5C3}" destId="{96723BCF-1B91-46C1-A260-CB244CAFE30D}" srcOrd="0" destOrd="0" presId="urn:microsoft.com/office/officeart/2005/8/layout/list1"/>
    <dgm:cxn modelId="{7CD47572-3E02-4427-B01C-F8B8362959C8}" type="presOf" srcId="{4F44BBBF-F336-4DF2-967B-0C62369D671D}" destId="{64B96FF1-DF85-4D2D-BE2B-3111558B002E}" srcOrd="0" destOrd="0" presId="urn:microsoft.com/office/officeart/2005/8/layout/list1"/>
    <dgm:cxn modelId="{1FA0957B-B870-4B74-A40E-119A73D88952}" srcId="{23FF7CE9-2CDA-4ABD-AE53-AAFC5C14A3CF}" destId="{A4B20728-6A62-451D-9E8A-6D322CA75340}" srcOrd="0" destOrd="0" parTransId="{661F73D7-7505-4D30-9EA2-80F1F3CEFC0F}" sibTransId="{CDF07FD6-B2F2-44A9-87CA-60FC0C3CE0AE}"/>
    <dgm:cxn modelId="{37149081-0195-47B8-9A6C-38C72BA9EB9C}" srcId="{C4260E23-481B-4BC9-B97A-9629246DABD0}" destId="{4F44BBBF-F336-4DF2-967B-0C62369D671D}" srcOrd="0" destOrd="0" parTransId="{0DE49957-4C60-499A-87D5-18778DB1A6E0}" sibTransId="{FEE0EF15-181C-4D7F-AC71-5DAD9331F9DB}"/>
    <dgm:cxn modelId="{32C1DE82-14D3-4E28-828D-6C8391762FE1}" srcId="{91916E78-2554-4A0B-BC32-E84E5E43A9A9}" destId="{2BF96F5A-05DD-4F7E-B8EC-AE4BD2FA6148}" srcOrd="4" destOrd="0" parTransId="{F5FADF46-6D0B-4F84-8E21-7AD9AC86D9D3}" sibTransId="{DBCA5D1A-3A68-4EB1-AC41-9B139A0E3DF1}"/>
    <dgm:cxn modelId="{4136F788-1CD3-4886-B290-70F693A8FDE4}" type="presOf" srcId="{C4260E23-481B-4BC9-B97A-9629246DABD0}" destId="{6C96FD63-85DD-499B-BD96-B51A9A273FA3}" srcOrd="1" destOrd="0" presId="urn:microsoft.com/office/officeart/2005/8/layout/list1"/>
    <dgm:cxn modelId="{67BC9DB7-A4A7-468D-9D08-18C907FD9306}" type="presOf" srcId="{E38812E5-1FC1-4CE6-9C47-52BA032F4DBE}" destId="{AE5EFEA7-20A6-45CD-B24B-7128B55CF170}" srcOrd="0" destOrd="0" presId="urn:microsoft.com/office/officeart/2005/8/layout/list1"/>
    <dgm:cxn modelId="{5F4FCDC2-72F3-45C5-BCE5-71D5572561AD}" srcId="{554968ED-ACE2-4227-8139-28BDD1B37BF8}" destId="{F7E8226E-3DE5-4B4D-9D97-A46FEC9C8EC6}" srcOrd="0" destOrd="0" parTransId="{38E3B297-2BEB-409F-AA34-388EC214BA2A}" sibTransId="{FDBEC895-8F35-4CD2-AE45-4D2419FFDFD7}"/>
    <dgm:cxn modelId="{163E97D0-F425-43F2-8C6C-DDFC22AB7106}" srcId="{E38812E5-1FC1-4CE6-9C47-52BA032F4DBE}" destId="{72405670-5E99-4421-B020-CC7D60E5B5C3}" srcOrd="0" destOrd="0" parTransId="{863E2231-97A8-45CA-B647-35D624CD6773}" sibTransId="{76E63DF6-268D-4DB3-AC25-E70BBD797896}"/>
    <dgm:cxn modelId="{25D579D4-1867-45C6-9E5B-2C0FB31BDD9A}" srcId="{91916E78-2554-4A0B-BC32-E84E5E43A9A9}" destId="{E38812E5-1FC1-4CE6-9C47-52BA032F4DBE}" srcOrd="3" destOrd="0" parTransId="{F1DFF460-C22C-4188-8A01-19B6718E171B}" sibTransId="{28CE315F-CF54-47D0-8D61-F729286E9658}"/>
    <dgm:cxn modelId="{601CB1DE-6D14-43CD-AF76-26EE8B5ED476}" srcId="{91916E78-2554-4A0B-BC32-E84E5E43A9A9}" destId="{23FF7CE9-2CDA-4ABD-AE53-AAFC5C14A3CF}" srcOrd="1" destOrd="0" parTransId="{3A50CB09-A9D9-4B73-B300-137561A49749}" sibTransId="{E1B8F3B6-FEC8-4D23-A449-8380B4E6908C}"/>
    <dgm:cxn modelId="{4DA313E7-9DE5-4C3B-90FF-B50D81678066}" type="presOf" srcId="{554968ED-ACE2-4227-8139-28BDD1B37BF8}" destId="{DE14179B-65CF-438C-BAE1-82E8B7D1ACB7}" srcOrd="1" destOrd="0" presId="urn:microsoft.com/office/officeart/2005/8/layout/list1"/>
    <dgm:cxn modelId="{CEA834F2-09D4-4933-A417-1C8E861F2332}" type="presOf" srcId="{91916E78-2554-4A0B-BC32-E84E5E43A9A9}" destId="{193DF4A1-154D-4719-BD43-39F9DAEF0894}" srcOrd="0" destOrd="0" presId="urn:microsoft.com/office/officeart/2005/8/layout/list1"/>
    <dgm:cxn modelId="{70AAF286-DA3E-466E-9530-15E3EB3987B4}" type="presParOf" srcId="{193DF4A1-154D-4719-BD43-39F9DAEF0894}" destId="{2B98DBF7-85AE-4350-838D-314C970FDB55}" srcOrd="0" destOrd="0" presId="urn:microsoft.com/office/officeart/2005/8/layout/list1"/>
    <dgm:cxn modelId="{2289EEE5-6ACB-42A5-82A5-0EA399A51AD9}" type="presParOf" srcId="{2B98DBF7-85AE-4350-838D-314C970FDB55}" destId="{26CF560F-834D-4340-A254-A46AA28CA561}" srcOrd="0" destOrd="0" presId="urn:microsoft.com/office/officeart/2005/8/layout/list1"/>
    <dgm:cxn modelId="{619D0B68-9599-441A-BA82-64F54DD6EFFD}" type="presParOf" srcId="{2B98DBF7-85AE-4350-838D-314C970FDB55}" destId="{DE14179B-65CF-438C-BAE1-82E8B7D1ACB7}" srcOrd="1" destOrd="0" presId="urn:microsoft.com/office/officeart/2005/8/layout/list1"/>
    <dgm:cxn modelId="{10630FA7-99CD-4E2C-94CA-0842789DD3EB}" type="presParOf" srcId="{193DF4A1-154D-4719-BD43-39F9DAEF0894}" destId="{4E40301D-2C05-4320-93F4-9903A72402E4}" srcOrd="1" destOrd="0" presId="urn:microsoft.com/office/officeart/2005/8/layout/list1"/>
    <dgm:cxn modelId="{5E3ADCC2-C3F0-454A-88C5-7CB448C90A6B}" type="presParOf" srcId="{193DF4A1-154D-4719-BD43-39F9DAEF0894}" destId="{7686E353-8FA9-4000-9DE8-B6E051D92A51}" srcOrd="2" destOrd="0" presId="urn:microsoft.com/office/officeart/2005/8/layout/list1"/>
    <dgm:cxn modelId="{C22082A3-055D-4B0B-9849-24E20F81E4AA}" type="presParOf" srcId="{193DF4A1-154D-4719-BD43-39F9DAEF0894}" destId="{9D7D3654-9367-4CB2-819A-3F9E72AA5890}" srcOrd="3" destOrd="0" presId="urn:microsoft.com/office/officeart/2005/8/layout/list1"/>
    <dgm:cxn modelId="{72B6A6ED-9A11-4928-8189-4105C5D06A76}" type="presParOf" srcId="{193DF4A1-154D-4719-BD43-39F9DAEF0894}" destId="{3F15AAD3-F273-43CD-B1AD-FEBEFEA8446A}" srcOrd="4" destOrd="0" presId="urn:microsoft.com/office/officeart/2005/8/layout/list1"/>
    <dgm:cxn modelId="{F76BC67B-6DD1-433C-85FA-13CAC1652FC6}" type="presParOf" srcId="{3F15AAD3-F273-43CD-B1AD-FEBEFEA8446A}" destId="{0A2EF939-A076-408B-9CAA-4437C0E6AC75}" srcOrd="0" destOrd="0" presId="urn:microsoft.com/office/officeart/2005/8/layout/list1"/>
    <dgm:cxn modelId="{D0B77B1F-E70C-441B-A1B1-C10A0FF91674}" type="presParOf" srcId="{3F15AAD3-F273-43CD-B1AD-FEBEFEA8446A}" destId="{7AAB159B-3B24-49CC-B3B5-8BC5C0C7F737}" srcOrd="1" destOrd="0" presId="urn:microsoft.com/office/officeart/2005/8/layout/list1"/>
    <dgm:cxn modelId="{AF30C891-70AA-44C7-9F58-A5FCBC548570}" type="presParOf" srcId="{193DF4A1-154D-4719-BD43-39F9DAEF0894}" destId="{32775AD7-CCB3-48C5-968E-CBDA5617E985}" srcOrd="5" destOrd="0" presId="urn:microsoft.com/office/officeart/2005/8/layout/list1"/>
    <dgm:cxn modelId="{6422874C-F9BA-4BAC-A36F-52B2FB5D86DA}" type="presParOf" srcId="{193DF4A1-154D-4719-BD43-39F9DAEF0894}" destId="{139E1B45-F460-4288-9469-AC25BDA77579}" srcOrd="6" destOrd="0" presId="urn:microsoft.com/office/officeart/2005/8/layout/list1"/>
    <dgm:cxn modelId="{BF8B340F-68BD-4340-A526-B62EAA6E539B}" type="presParOf" srcId="{193DF4A1-154D-4719-BD43-39F9DAEF0894}" destId="{2F084175-C387-4DFA-8F79-814EB07C8BD8}" srcOrd="7" destOrd="0" presId="urn:microsoft.com/office/officeart/2005/8/layout/list1"/>
    <dgm:cxn modelId="{2A559A68-B534-45C7-9F42-3D1F4EA75A1B}" type="presParOf" srcId="{193DF4A1-154D-4719-BD43-39F9DAEF0894}" destId="{627024A5-3C10-48CF-ADFA-917784E47D0A}" srcOrd="8" destOrd="0" presId="urn:microsoft.com/office/officeart/2005/8/layout/list1"/>
    <dgm:cxn modelId="{5726F439-1F18-484E-91BD-F09A3747FAA1}" type="presParOf" srcId="{627024A5-3C10-48CF-ADFA-917784E47D0A}" destId="{52DB0F54-9D57-4BC4-BBCD-89CE1F09215A}" srcOrd="0" destOrd="0" presId="urn:microsoft.com/office/officeart/2005/8/layout/list1"/>
    <dgm:cxn modelId="{C7AE7393-1D25-4B41-9057-F88F0857A174}" type="presParOf" srcId="{627024A5-3C10-48CF-ADFA-917784E47D0A}" destId="{6C96FD63-85DD-499B-BD96-B51A9A273FA3}" srcOrd="1" destOrd="0" presId="urn:microsoft.com/office/officeart/2005/8/layout/list1"/>
    <dgm:cxn modelId="{CF1E2E08-627E-42BF-8889-9804DF9C7FFE}" type="presParOf" srcId="{193DF4A1-154D-4719-BD43-39F9DAEF0894}" destId="{8A88B583-068A-4598-8F32-FA36A3C88BCD}" srcOrd="9" destOrd="0" presId="urn:microsoft.com/office/officeart/2005/8/layout/list1"/>
    <dgm:cxn modelId="{C7428626-CCAE-4023-88B4-68814710A4A9}" type="presParOf" srcId="{193DF4A1-154D-4719-BD43-39F9DAEF0894}" destId="{64B96FF1-DF85-4D2D-BE2B-3111558B002E}" srcOrd="10" destOrd="0" presId="urn:microsoft.com/office/officeart/2005/8/layout/list1"/>
    <dgm:cxn modelId="{25C2B816-AB84-49DB-900C-142CDCEC320C}" type="presParOf" srcId="{193DF4A1-154D-4719-BD43-39F9DAEF0894}" destId="{E116E1D0-5D99-4C8B-A7F5-D54F0CB1474C}" srcOrd="11" destOrd="0" presId="urn:microsoft.com/office/officeart/2005/8/layout/list1"/>
    <dgm:cxn modelId="{EFBE2947-BF74-4338-8B55-9647283D41FC}" type="presParOf" srcId="{193DF4A1-154D-4719-BD43-39F9DAEF0894}" destId="{E0433A8C-B361-4695-9200-D2AB97E7246D}" srcOrd="12" destOrd="0" presId="urn:microsoft.com/office/officeart/2005/8/layout/list1"/>
    <dgm:cxn modelId="{46172616-7976-43DB-AEC7-84B061DF6F9F}" type="presParOf" srcId="{E0433A8C-B361-4695-9200-D2AB97E7246D}" destId="{AE5EFEA7-20A6-45CD-B24B-7128B55CF170}" srcOrd="0" destOrd="0" presId="urn:microsoft.com/office/officeart/2005/8/layout/list1"/>
    <dgm:cxn modelId="{43E863AF-2DD7-4DD9-BA1D-C61BDCBCDD5F}" type="presParOf" srcId="{E0433A8C-B361-4695-9200-D2AB97E7246D}" destId="{E4A8B0D6-1567-4440-B92A-D94CBED126AD}" srcOrd="1" destOrd="0" presId="urn:microsoft.com/office/officeart/2005/8/layout/list1"/>
    <dgm:cxn modelId="{8BC96632-E77A-4988-AAA9-7DDA4D332DC2}" type="presParOf" srcId="{193DF4A1-154D-4719-BD43-39F9DAEF0894}" destId="{4B136791-BEC1-47DA-8116-92F3D96C5049}" srcOrd="13" destOrd="0" presId="urn:microsoft.com/office/officeart/2005/8/layout/list1"/>
    <dgm:cxn modelId="{938E30F2-A692-4C84-A316-9DAF99778B98}" type="presParOf" srcId="{193DF4A1-154D-4719-BD43-39F9DAEF0894}" destId="{96723BCF-1B91-46C1-A260-CB244CAFE30D}" srcOrd="14" destOrd="0" presId="urn:microsoft.com/office/officeart/2005/8/layout/list1"/>
    <dgm:cxn modelId="{0F4FF229-067D-4012-83E8-B3633029AA76}" type="presParOf" srcId="{193DF4A1-154D-4719-BD43-39F9DAEF0894}" destId="{F2D9EF7F-A5A9-432F-B6CB-BC564EBE1AEE}" srcOrd="15" destOrd="0" presId="urn:microsoft.com/office/officeart/2005/8/layout/list1"/>
    <dgm:cxn modelId="{A6AB5B48-60FC-467A-AD5A-7210C2B29304}" type="presParOf" srcId="{193DF4A1-154D-4719-BD43-39F9DAEF0894}" destId="{3334704E-B182-4885-B7CF-C9479D058641}" srcOrd="16" destOrd="0" presId="urn:microsoft.com/office/officeart/2005/8/layout/list1"/>
    <dgm:cxn modelId="{B5A78E88-BFAF-4AE0-829C-8F8DFE8B0E0C}" type="presParOf" srcId="{3334704E-B182-4885-B7CF-C9479D058641}" destId="{01F8325D-F033-4186-981B-6E80F04E4E6B}" srcOrd="0" destOrd="0" presId="urn:microsoft.com/office/officeart/2005/8/layout/list1"/>
    <dgm:cxn modelId="{0777D0EC-949C-43DF-8587-7CF9FFA259B9}" type="presParOf" srcId="{3334704E-B182-4885-B7CF-C9479D058641}" destId="{C91851BD-77F4-47E0-923B-6B8CFEBFE457}" srcOrd="1" destOrd="0" presId="urn:microsoft.com/office/officeart/2005/8/layout/list1"/>
    <dgm:cxn modelId="{5B910997-CF45-4D85-B722-E413C275D3A5}" type="presParOf" srcId="{193DF4A1-154D-4719-BD43-39F9DAEF0894}" destId="{0EE92CCE-AC6F-444B-BA7C-F26E9D48AFFC}" srcOrd="17" destOrd="0" presId="urn:microsoft.com/office/officeart/2005/8/layout/list1"/>
    <dgm:cxn modelId="{41AA6201-74F2-4DB3-93AD-FB3C7CC2FE2A}" type="presParOf" srcId="{193DF4A1-154D-4719-BD43-39F9DAEF0894}" destId="{A6993E75-0DA6-494D-9450-88118968A94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BCCF71-0947-48C2-BBC3-630CB8CB98A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39A33A6-C7ED-4EF3-A477-622B50FC3F15}">
      <dgm:prSet/>
      <dgm:spPr/>
      <dgm:t>
        <a:bodyPr/>
        <a:lstStyle/>
        <a:p>
          <a:r>
            <a:rPr lang="en-US"/>
            <a:t>Donut Chart – Good Loan Applications</a:t>
          </a:r>
        </a:p>
      </dgm:t>
    </dgm:pt>
    <dgm:pt modelId="{945AE804-FF29-4753-B772-270A547D5C25}" cxnId="{D145863F-A95A-4A68-854A-D1560A67EDBB}" type="parTrans">
      <dgm:prSet/>
      <dgm:spPr/>
      <dgm:t>
        <a:bodyPr/>
        <a:lstStyle/>
        <a:p>
          <a:endParaRPr lang="en-US"/>
        </a:p>
      </dgm:t>
    </dgm:pt>
    <dgm:pt modelId="{D03E240D-67DA-4BAF-B206-568CCDDEF7AE}" cxnId="{D145863F-A95A-4A68-854A-D1560A67EDBB}" type="sibTrans">
      <dgm:prSet/>
      <dgm:spPr/>
      <dgm:t>
        <a:bodyPr/>
        <a:lstStyle/>
        <a:p>
          <a:endParaRPr lang="en-US"/>
        </a:p>
      </dgm:t>
    </dgm:pt>
    <dgm:pt modelId="{CE72AF07-6785-445B-8726-6A2B09C08DC7}">
      <dgm:prSet/>
      <dgm:spPr/>
      <dgm:t>
        <a:bodyPr/>
        <a:lstStyle/>
        <a:p>
          <a:r>
            <a:rPr lang="en-US" dirty="0"/>
            <a:t>Donut Chart – Bad Loan Applications</a:t>
          </a:r>
        </a:p>
      </dgm:t>
    </dgm:pt>
    <dgm:pt modelId="{BB7E2AEF-DE0A-4CF0-87E8-1822D9C8B747}" cxnId="{982DC521-BD32-4B68-A14B-EF6C24874A84}" type="parTrans">
      <dgm:prSet/>
      <dgm:spPr/>
      <dgm:t>
        <a:bodyPr/>
        <a:lstStyle/>
        <a:p>
          <a:endParaRPr lang="en-US"/>
        </a:p>
      </dgm:t>
    </dgm:pt>
    <dgm:pt modelId="{DED1E05B-4A39-46BD-A513-AD315E780218}" cxnId="{982DC521-BD32-4B68-A14B-EF6C24874A84}" type="sibTrans">
      <dgm:prSet/>
      <dgm:spPr/>
      <dgm:t>
        <a:bodyPr/>
        <a:lstStyle/>
        <a:p>
          <a:endParaRPr lang="en-US"/>
        </a:p>
      </dgm:t>
    </dgm:pt>
    <dgm:pt modelId="{556C264D-0888-4AF7-ACFB-F458B1DFEACC}">
      <dgm:prSet/>
      <dgm:spPr/>
      <dgm:t>
        <a:bodyPr/>
        <a:lstStyle/>
        <a:p>
          <a:r>
            <a:rPr lang="en-US"/>
            <a:t>Funded Amount vs Repayment by Loan Status</a:t>
          </a:r>
        </a:p>
      </dgm:t>
    </dgm:pt>
    <dgm:pt modelId="{9DAB29FF-BD4E-40AC-97B6-A2BE4B9423B8}" cxnId="{8E371BDB-5BAE-491E-BB3E-5D52A48D1A16}" type="parTrans">
      <dgm:prSet/>
      <dgm:spPr/>
      <dgm:t>
        <a:bodyPr/>
        <a:lstStyle/>
        <a:p>
          <a:endParaRPr lang="en-US"/>
        </a:p>
      </dgm:t>
    </dgm:pt>
    <dgm:pt modelId="{E3915C4B-3C16-4443-B9E7-8923DD80E32E}" cxnId="{8E371BDB-5BAE-491E-BB3E-5D52A48D1A16}" type="sibTrans">
      <dgm:prSet/>
      <dgm:spPr/>
      <dgm:t>
        <a:bodyPr/>
        <a:lstStyle/>
        <a:p>
          <a:endParaRPr lang="en-US"/>
        </a:p>
      </dgm:t>
    </dgm:pt>
    <dgm:pt modelId="{EA3B6E57-8866-4FEA-B080-500992C290A0}">
      <dgm:prSet/>
      <dgm:spPr/>
      <dgm:t>
        <a:bodyPr/>
        <a:lstStyle/>
        <a:p>
          <a:r>
            <a:rPr lang="en-US"/>
            <a:t>Loan Status wise Loan Applications</a:t>
          </a:r>
        </a:p>
      </dgm:t>
    </dgm:pt>
    <dgm:pt modelId="{4F90D8A5-8613-43E2-995C-CFC775BDE1FE}" cxnId="{06B17E02-A25F-49B4-A9A5-17276CE1ADD5}" type="parTrans">
      <dgm:prSet/>
      <dgm:spPr/>
      <dgm:t>
        <a:bodyPr/>
        <a:lstStyle/>
        <a:p>
          <a:endParaRPr lang="en-US"/>
        </a:p>
      </dgm:t>
    </dgm:pt>
    <dgm:pt modelId="{5860915E-5891-41B2-9A6A-DA457AA7449D}" cxnId="{06B17E02-A25F-49B4-A9A5-17276CE1ADD5}" type="sibTrans">
      <dgm:prSet/>
      <dgm:spPr/>
      <dgm:t>
        <a:bodyPr/>
        <a:lstStyle/>
        <a:p>
          <a:endParaRPr lang="en-US"/>
        </a:p>
      </dgm:t>
    </dgm:pt>
    <dgm:pt modelId="{3E93448D-4A5A-47E8-95DF-AB4826D5566E}">
      <dgm:prSet/>
      <dgm:spPr/>
      <dgm:t>
        <a:bodyPr/>
        <a:lstStyle/>
        <a:p>
          <a:r>
            <a:rPr lang="en-US"/>
            <a:t>Average Interest Rate by Loan Status</a:t>
          </a:r>
        </a:p>
      </dgm:t>
    </dgm:pt>
    <dgm:pt modelId="{9D66C91F-B155-4480-859A-ED9091788DD1}" cxnId="{B4C33FCC-3D4C-4F55-BB29-63FFF7DC4948}" type="parTrans">
      <dgm:prSet/>
      <dgm:spPr/>
      <dgm:t>
        <a:bodyPr/>
        <a:lstStyle/>
        <a:p>
          <a:endParaRPr lang="en-US"/>
        </a:p>
      </dgm:t>
    </dgm:pt>
    <dgm:pt modelId="{4627983D-B2D3-420A-A90C-119DA3265B9A}" cxnId="{B4C33FCC-3D4C-4F55-BB29-63FFF7DC4948}" type="sibTrans">
      <dgm:prSet/>
      <dgm:spPr/>
      <dgm:t>
        <a:bodyPr/>
        <a:lstStyle/>
        <a:p>
          <a:endParaRPr lang="en-US"/>
        </a:p>
      </dgm:t>
    </dgm:pt>
    <dgm:pt modelId="{CE25B229-B8F8-4D86-AF1A-32703321E78F}">
      <dgm:prSet/>
      <dgm:spPr/>
      <dgm:t>
        <a:bodyPr/>
        <a:lstStyle/>
        <a:p>
          <a:r>
            <a:rPr lang="en-US"/>
            <a:t>Average DTI Ratio by Loan Status</a:t>
          </a:r>
        </a:p>
      </dgm:t>
    </dgm:pt>
    <dgm:pt modelId="{530A6066-6579-4DDF-85D9-A8EACC69A48F}" cxnId="{15D1B32E-69D5-4375-BFC7-F6E8EDA22B67}" type="parTrans">
      <dgm:prSet/>
      <dgm:spPr/>
      <dgm:t>
        <a:bodyPr/>
        <a:lstStyle/>
        <a:p>
          <a:endParaRPr lang="en-US"/>
        </a:p>
      </dgm:t>
    </dgm:pt>
    <dgm:pt modelId="{00DD5A33-A6E4-44CA-AF27-B8855E542AE1}" cxnId="{15D1B32E-69D5-4375-BFC7-F6E8EDA22B67}" type="sibTrans">
      <dgm:prSet/>
      <dgm:spPr/>
      <dgm:t>
        <a:bodyPr/>
        <a:lstStyle/>
        <a:p>
          <a:endParaRPr lang="en-US"/>
        </a:p>
      </dgm:t>
    </dgm:pt>
    <dgm:pt modelId="{5D9EE208-C525-4DFE-A3B9-5E3195380AAA}" type="pres">
      <dgm:prSet presAssocID="{2ABCCF71-0947-48C2-BBC3-630CB8CB98A8}" presName="vert0" presStyleCnt="0">
        <dgm:presLayoutVars>
          <dgm:dir/>
          <dgm:animOne val="branch"/>
          <dgm:animLvl val="lvl"/>
        </dgm:presLayoutVars>
      </dgm:prSet>
      <dgm:spPr/>
    </dgm:pt>
    <dgm:pt modelId="{EACDA63D-923E-4F43-8E0C-D839899E1440}" type="pres">
      <dgm:prSet presAssocID="{439A33A6-C7ED-4EF3-A477-622B50FC3F15}" presName="thickLine" presStyleLbl="alignNode1" presStyleIdx="0" presStyleCnt="6"/>
      <dgm:spPr/>
    </dgm:pt>
    <dgm:pt modelId="{AECAF5FB-3871-44C1-A75B-FD96AF6BD2BB}" type="pres">
      <dgm:prSet presAssocID="{439A33A6-C7ED-4EF3-A477-622B50FC3F15}" presName="horz1" presStyleCnt="0"/>
      <dgm:spPr/>
    </dgm:pt>
    <dgm:pt modelId="{81CDA5A4-3015-475A-8575-9DF295BE41F5}" type="pres">
      <dgm:prSet presAssocID="{439A33A6-C7ED-4EF3-A477-622B50FC3F15}" presName="tx1" presStyleLbl="revTx" presStyleIdx="0" presStyleCnt="6"/>
      <dgm:spPr/>
    </dgm:pt>
    <dgm:pt modelId="{1FAA6759-CAF5-4A86-91C1-BC7C95B4042D}" type="pres">
      <dgm:prSet presAssocID="{439A33A6-C7ED-4EF3-A477-622B50FC3F15}" presName="vert1" presStyleCnt="0"/>
      <dgm:spPr/>
    </dgm:pt>
    <dgm:pt modelId="{3A36C393-F240-4CE7-82F5-2EA69506EFB8}" type="pres">
      <dgm:prSet presAssocID="{CE72AF07-6785-445B-8726-6A2B09C08DC7}" presName="thickLine" presStyleLbl="alignNode1" presStyleIdx="1" presStyleCnt="6"/>
      <dgm:spPr/>
    </dgm:pt>
    <dgm:pt modelId="{535E4251-20A2-4103-B1F6-2FBC3201459D}" type="pres">
      <dgm:prSet presAssocID="{CE72AF07-6785-445B-8726-6A2B09C08DC7}" presName="horz1" presStyleCnt="0"/>
      <dgm:spPr/>
    </dgm:pt>
    <dgm:pt modelId="{349081DB-3C1D-4569-ADC4-C74745CD1B6D}" type="pres">
      <dgm:prSet presAssocID="{CE72AF07-6785-445B-8726-6A2B09C08DC7}" presName="tx1" presStyleLbl="revTx" presStyleIdx="1" presStyleCnt="6"/>
      <dgm:spPr/>
    </dgm:pt>
    <dgm:pt modelId="{9D58A7E1-EAB2-46A1-A82A-22EEE16A4B22}" type="pres">
      <dgm:prSet presAssocID="{CE72AF07-6785-445B-8726-6A2B09C08DC7}" presName="vert1" presStyleCnt="0"/>
      <dgm:spPr/>
    </dgm:pt>
    <dgm:pt modelId="{09868988-F083-4DA5-BFE8-35985BE08B13}" type="pres">
      <dgm:prSet presAssocID="{556C264D-0888-4AF7-ACFB-F458B1DFEACC}" presName="thickLine" presStyleLbl="alignNode1" presStyleIdx="2" presStyleCnt="6"/>
      <dgm:spPr/>
    </dgm:pt>
    <dgm:pt modelId="{EA48DB7D-958D-4BEA-AF97-74BFF9D7580F}" type="pres">
      <dgm:prSet presAssocID="{556C264D-0888-4AF7-ACFB-F458B1DFEACC}" presName="horz1" presStyleCnt="0"/>
      <dgm:spPr/>
    </dgm:pt>
    <dgm:pt modelId="{11A5F3C5-7B12-4A8A-9E0A-B09E19B562B0}" type="pres">
      <dgm:prSet presAssocID="{556C264D-0888-4AF7-ACFB-F458B1DFEACC}" presName="tx1" presStyleLbl="revTx" presStyleIdx="2" presStyleCnt="6"/>
      <dgm:spPr/>
    </dgm:pt>
    <dgm:pt modelId="{0E66173E-5932-400A-B8C2-6D8623BA3F0A}" type="pres">
      <dgm:prSet presAssocID="{556C264D-0888-4AF7-ACFB-F458B1DFEACC}" presName="vert1" presStyleCnt="0"/>
      <dgm:spPr/>
    </dgm:pt>
    <dgm:pt modelId="{734BA169-78A9-449C-9FF8-262FCAC42574}" type="pres">
      <dgm:prSet presAssocID="{EA3B6E57-8866-4FEA-B080-500992C290A0}" presName="thickLine" presStyleLbl="alignNode1" presStyleIdx="3" presStyleCnt="6"/>
      <dgm:spPr/>
    </dgm:pt>
    <dgm:pt modelId="{C1307E69-4FDA-48D1-B5D0-D348D739DC34}" type="pres">
      <dgm:prSet presAssocID="{EA3B6E57-8866-4FEA-B080-500992C290A0}" presName="horz1" presStyleCnt="0"/>
      <dgm:spPr/>
    </dgm:pt>
    <dgm:pt modelId="{E9C0A4E9-BC3A-47BE-B24E-C1E8043AC531}" type="pres">
      <dgm:prSet presAssocID="{EA3B6E57-8866-4FEA-B080-500992C290A0}" presName="tx1" presStyleLbl="revTx" presStyleIdx="3" presStyleCnt="6"/>
      <dgm:spPr/>
    </dgm:pt>
    <dgm:pt modelId="{17B41750-9969-4290-9E16-ED7C391D5CB6}" type="pres">
      <dgm:prSet presAssocID="{EA3B6E57-8866-4FEA-B080-500992C290A0}" presName="vert1" presStyleCnt="0"/>
      <dgm:spPr/>
    </dgm:pt>
    <dgm:pt modelId="{3B587A35-E1E9-487A-94C7-3A2A6246BF10}" type="pres">
      <dgm:prSet presAssocID="{3E93448D-4A5A-47E8-95DF-AB4826D5566E}" presName="thickLine" presStyleLbl="alignNode1" presStyleIdx="4" presStyleCnt="6"/>
      <dgm:spPr/>
    </dgm:pt>
    <dgm:pt modelId="{F3A4D2E8-6280-4A79-A396-FE362F9C6EE2}" type="pres">
      <dgm:prSet presAssocID="{3E93448D-4A5A-47E8-95DF-AB4826D5566E}" presName="horz1" presStyleCnt="0"/>
      <dgm:spPr/>
    </dgm:pt>
    <dgm:pt modelId="{41B5F761-695F-48A9-B3B1-23DC3888F96A}" type="pres">
      <dgm:prSet presAssocID="{3E93448D-4A5A-47E8-95DF-AB4826D5566E}" presName="tx1" presStyleLbl="revTx" presStyleIdx="4" presStyleCnt="6"/>
      <dgm:spPr/>
    </dgm:pt>
    <dgm:pt modelId="{7073F5C5-E557-4A35-99BD-54F32E4D23D7}" type="pres">
      <dgm:prSet presAssocID="{3E93448D-4A5A-47E8-95DF-AB4826D5566E}" presName="vert1" presStyleCnt="0"/>
      <dgm:spPr/>
    </dgm:pt>
    <dgm:pt modelId="{CD39F56E-499E-4297-8BB1-4EC8E17E3E62}" type="pres">
      <dgm:prSet presAssocID="{CE25B229-B8F8-4D86-AF1A-32703321E78F}" presName="thickLine" presStyleLbl="alignNode1" presStyleIdx="5" presStyleCnt="6"/>
      <dgm:spPr/>
    </dgm:pt>
    <dgm:pt modelId="{DA61F90B-0C39-49BE-9857-216FDFE6740B}" type="pres">
      <dgm:prSet presAssocID="{CE25B229-B8F8-4D86-AF1A-32703321E78F}" presName="horz1" presStyleCnt="0"/>
      <dgm:spPr/>
    </dgm:pt>
    <dgm:pt modelId="{4059B15D-827E-461C-987E-7A8E84E0EA4F}" type="pres">
      <dgm:prSet presAssocID="{CE25B229-B8F8-4D86-AF1A-32703321E78F}" presName="tx1" presStyleLbl="revTx" presStyleIdx="5" presStyleCnt="6"/>
      <dgm:spPr/>
    </dgm:pt>
    <dgm:pt modelId="{13557877-0D70-4571-9014-A79097EF510F}" type="pres">
      <dgm:prSet presAssocID="{CE25B229-B8F8-4D86-AF1A-32703321E78F}" presName="vert1" presStyleCnt="0"/>
      <dgm:spPr/>
    </dgm:pt>
  </dgm:ptLst>
  <dgm:cxnLst>
    <dgm:cxn modelId="{06B17E02-A25F-49B4-A9A5-17276CE1ADD5}" srcId="{2ABCCF71-0947-48C2-BBC3-630CB8CB98A8}" destId="{EA3B6E57-8866-4FEA-B080-500992C290A0}" srcOrd="3" destOrd="0" parTransId="{4F90D8A5-8613-43E2-995C-CFC775BDE1FE}" sibTransId="{5860915E-5891-41B2-9A6A-DA457AA7449D}"/>
    <dgm:cxn modelId="{982DC521-BD32-4B68-A14B-EF6C24874A84}" srcId="{2ABCCF71-0947-48C2-BBC3-630CB8CB98A8}" destId="{CE72AF07-6785-445B-8726-6A2B09C08DC7}" srcOrd="1" destOrd="0" parTransId="{BB7E2AEF-DE0A-4CF0-87E8-1822D9C8B747}" sibTransId="{DED1E05B-4A39-46BD-A513-AD315E780218}"/>
    <dgm:cxn modelId="{2511BA26-CC35-484A-ABE8-1452D927AA2B}" type="presOf" srcId="{2ABCCF71-0947-48C2-BBC3-630CB8CB98A8}" destId="{5D9EE208-C525-4DFE-A3B9-5E3195380AAA}" srcOrd="0" destOrd="0" presId="urn:microsoft.com/office/officeart/2008/layout/LinedList"/>
    <dgm:cxn modelId="{15D1B32E-69D5-4375-BFC7-F6E8EDA22B67}" srcId="{2ABCCF71-0947-48C2-BBC3-630CB8CB98A8}" destId="{CE25B229-B8F8-4D86-AF1A-32703321E78F}" srcOrd="5" destOrd="0" parTransId="{530A6066-6579-4DDF-85D9-A8EACC69A48F}" sibTransId="{00DD5A33-A6E4-44CA-AF27-B8855E542AE1}"/>
    <dgm:cxn modelId="{E86DC33E-29F5-4E12-BDC4-1CECA69CF7D4}" type="presOf" srcId="{556C264D-0888-4AF7-ACFB-F458B1DFEACC}" destId="{11A5F3C5-7B12-4A8A-9E0A-B09E19B562B0}" srcOrd="0" destOrd="0" presId="urn:microsoft.com/office/officeart/2008/layout/LinedList"/>
    <dgm:cxn modelId="{D145863F-A95A-4A68-854A-D1560A67EDBB}" srcId="{2ABCCF71-0947-48C2-BBC3-630CB8CB98A8}" destId="{439A33A6-C7ED-4EF3-A477-622B50FC3F15}" srcOrd="0" destOrd="0" parTransId="{945AE804-FF29-4753-B772-270A547D5C25}" sibTransId="{D03E240D-67DA-4BAF-B206-568CCDDEF7AE}"/>
    <dgm:cxn modelId="{09CD2073-08C0-442E-B890-D12D36702DE4}" type="presOf" srcId="{EA3B6E57-8866-4FEA-B080-500992C290A0}" destId="{E9C0A4E9-BC3A-47BE-B24E-C1E8043AC531}" srcOrd="0" destOrd="0" presId="urn:microsoft.com/office/officeart/2008/layout/LinedList"/>
    <dgm:cxn modelId="{0A263E53-B381-472D-8622-E5F04E525C00}" type="presOf" srcId="{CE25B229-B8F8-4D86-AF1A-32703321E78F}" destId="{4059B15D-827E-461C-987E-7A8E84E0EA4F}" srcOrd="0" destOrd="0" presId="urn:microsoft.com/office/officeart/2008/layout/LinedList"/>
    <dgm:cxn modelId="{51F26473-F0C7-42ED-8133-F8ACFB32B52C}" type="presOf" srcId="{CE72AF07-6785-445B-8726-6A2B09C08DC7}" destId="{349081DB-3C1D-4569-ADC4-C74745CD1B6D}" srcOrd="0" destOrd="0" presId="urn:microsoft.com/office/officeart/2008/layout/LinedList"/>
    <dgm:cxn modelId="{DA77A1C6-98C7-49D2-970D-87A62BB0CD42}" type="presOf" srcId="{439A33A6-C7ED-4EF3-A477-622B50FC3F15}" destId="{81CDA5A4-3015-475A-8575-9DF295BE41F5}" srcOrd="0" destOrd="0" presId="urn:microsoft.com/office/officeart/2008/layout/LinedList"/>
    <dgm:cxn modelId="{B4C33FCC-3D4C-4F55-BB29-63FFF7DC4948}" srcId="{2ABCCF71-0947-48C2-BBC3-630CB8CB98A8}" destId="{3E93448D-4A5A-47E8-95DF-AB4826D5566E}" srcOrd="4" destOrd="0" parTransId="{9D66C91F-B155-4480-859A-ED9091788DD1}" sibTransId="{4627983D-B2D3-420A-A90C-119DA3265B9A}"/>
    <dgm:cxn modelId="{8E371BDB-5BAE-491E-BB3E-5D52A48D1A16}" srcId="{2ABCCF71-0947-48C2-BBC3-630CB8CB98A8}" destId="{556C264D-0888-4AF7-ACFB-F458B1DFEACC}" srcOrd="2" destOrd="0" parTransId="{9DAB29FF-BD4E-40AC-97B6-A2BE4B9423B8}" sibTransId="{E3915C4B-3C16-4443-B9E7-8923DD80E32E}"/>
    <dgm:cxn modelId="{C11F0FED-C677-4A55-9391-CB680CBC8646}" type="presOf" srcId="{3E93448D-4A5A-47E8-95DF-AB4826D5566E}" destId="{41B5F761-695F-48A9-B3B1-23DC3888F96A}" srcOrd="0" destOrd="0" presId="urn:microsoft.com/office/officeart/2008/layout/LinedList"/>
    <dgm:cxn modelId="{8D4C02DA-9F4C-487B-AAEB-DDDEA2EC0A22}" type="presParOf" srcId="{5D9EE208-C525-4DFE-A3B9-5E3195380AAA}" destId="{EACDA63D-923E-4F43-8E0C-D839899E1440}" srcOrd="0" destOrd="0" presId="urn:microsoft.com/office/officeart/2008/layout/LinedList"/>
    <dgm:cxn modelId="{BFAD2782-8AA4-438E-8D05-5EA619E0C5AA}" type="presParOf" srcId="{5D9EE208-C525-4DFE-A3B9-5E3195380AAA}" destId="{AECAF5FB-3871-44C1-A75B-FD96AF6BD2BB}" srcOrd="1" destOrd="0" presId="urn:microsoft.com/office/officeart/2008/layout/LinedList"/>
    <dgm:cxn modelId="{7A08B22D-F35D-4DD8-89D3-E04910C80A51}" type="presParOf" srcId="{AECAF5FB-3871-44C1-A75B-FD96AF6BD2BB}" destId="{81CDA5A4-3015-475A-8575-9DF295BE41F5}" srcOrd="0" destOrd="0" presId="urn:microsoft.com/office/officeart/2008/layout/LinedList"/>
    <dgm:cxn modelId="{5D7BEF3C-4CB6-4251-81D1-9670C9A4F429}" type="presParOf" srcId="{AECAF5FB-3871-44C1-A75B-FD96AF6BD2BB}" destId="{1FAA6759-CAF5-4A86-91C1-BC7C95B4042D}" srcOrd="1" destOrd="0" presId="urn:microsoft.com/office/officeart/2008/layout/LinedList"/>
    <dgm:cxn modelId="{891D8CC5-0039-4074-AB20-D7AD864D1F36}" type="presParOf" srcId="{5D9EE208-C525-4DFE-A3B9-5E3195380AAA}" destId="{3A36C393-F240-4CE7-82F5-2EA69506EFB8}" srcOrd="2" destOrd="0" presId="urn:microsoft.com/office/officeart/2008/layout/LinedList"/>
    <dgm:cxn modelId="{333B4AB2-339D-4919-BBD1-6CDE854557DD}" type="presParOf" srcId="{5D9EE208-C525-4DFE-A3B9-5E3195380AAA}" destId="{535E4251-20A2-4103-B1F6-2FBC3201459D}" srcOrd="3" destOrd="0" presId="urn:microsoft.com/office/officeart/2008/layout/LinedList"/>
    <dgm:cxn modelId="{B66C53FC-8551-4F9B-B1A7-58A272E9D7B6}" type="presParOf" srcId="{535E4251-20A2-4103-B1F6-2FBC3201459D}" destId="{349081DB-3C1D-4569-ADC4-C74745CD1B6D}" srcOrd="0" destOrd="0" presId="urn:microsoft.com/office/officeart/2008/layout/LinedList"/>
    <dgm:cxn modelId="{3FF72D3A-A6C8-4E6C-A97E-EA1B5A6FAC6A}" type="presParOf" srcId="{535E4251-20A2-4103-B1F6-2FBC3201459D}" destId="{9D58A7E1-EAB2-46A1-A82A-22EEE16A4B22}" srcOrd="1" destOrd="0" presId="urn:microsoft.com/office/officeart/2008/layout/LinedList"/>
    <dgm:cxn modelId="{65DB95C6-1027-47BE-82A8-21885C23C35C}" type="presParOf" srcId="{5D9EE208-C525-4DFE-A3B9-5E3195380AAA}" destId="{09868988-F083-4DA5-BFE8-35985BE08B13}" srcOrd="4" destOrd="0" presId="urn:microsoft.com/office/officeart/2008/layout/LinedList"/>
    <dgm:cxn modelId="{CF22DDA5-666F-4865-83F9-15BB0BF728E6}" type="presParOf" srcId="{5D9EE208-C525-4DFE-A3B9-5E3195380AAA}" destId="{EA48DB7D-958D-4BEA-AF97-74BFF9D7580F}" srcOrd="5" destOrd="0" presId="urn:microsoft.com/office/officeart/2008/layout/LinedList"/>
    <dgm:cxn modelId="{A2CE2FDA-0C24-42B7-831C-F851D2779671}" type="presParOf" srcId="{EA48DB7D-958D-4BEA-AF97-74BFF9D7580F}" destId="{11A5F3C5-7B12-4A8A-9E0A-B09E19B562B0}" srcOrd="0" destOrd="0" presId="urn:microsoft.com/office/officeart/2008/layout/LinedList"/>
    <dgm:cxn modelId="{FF44ADF3-FB8D-42CB-A626-A12DE7D6D400}" type="presParOf" srcId="{EA48DB7D-958D-4BEA-AF97-74BFF9D7580F}" destId="{0E66173E-5932-400A-B8C2-6D8623BA3F0A}" srcOrd="1" destOrd="0" presId="urn:microsoft.com/office/officeart/2008/layout/LinedList"/>
    <dgm:cxn modelId="{24F90CEB-836E-4B4C-8EEB-B793C2D6C3EF}" type="presParOf" srcId="{5D9EE208-C525-4DFE-A3B9-5E3195380AAA}" destId="{734BA169-78A9-449C-9FF8-262FCAC42574}" srcOrd="6" destOrd="0" presId="urn:microsoft.com/office/officeart/2008/layout/LinedList"/>
    <dgm:cxn modelId="{9388FEFA-B073-487D-BA81-C4F7C1CDEABA}" type="presParOf" srcId="{5D9EE208-C525-4DFE-A3B9-5E3195380AAA}" destId="{C1307E69-4FDA-48D1-B5D0-D348D739DC34}" srcOrd="7" destOrd="0" presId="urn:microsoft.com/office/officeart/2008/layout/LinedList"/>
    <dgm:cxn modelId="{301089DF-21AC-4D9A-B9D2-FF94A904BCD2}" type="presParOf" srcId="{C1307E69-4FDA-48D1-B5D0-D348D739DC34}" destId="{E9C0A4E9-BC3A-47BE-B24E-C1E8043AC531}" srcOrd="0" destOrd="0" presId="urn:microsoft.com/office/officeart/2008/layout/LinedList"/>
    <dgm:cxn modelId="{C4525B8E-08F2-45FC-B797-1C7F04633D83}" type="presParOf" srcId="{C1307E69-4FDA-48D1-B5D0-D348D739DC34}" destId="{17B41750-9969-4290-9E16-ED7C391D5CB6}" srcOrd="1" destOrd="0" presId="urn:microsoft.com/office/officeart/2008/layout/LinedList"/>
    <dgm:cxn modelId="{3568F074-E1DE-4706-9A9B-9F7C8D5EE805}" type="presParOf" srcId="{5D9EE208-C525-4DFE-A3B9-5E3195380AAA}" destId="{3B587A35-E1E9-487A-94C7-3A2A6246BF10}" srcOrd="8" destOrd="0" presId="urn:microsoft.com/office/officeart/2008/layout/LinedList"/>
    <dgm:cxn modelId="{3D04421C-FA24-4471-8791-7DC1632E4231}" type="presParOf" srcId="{5D9EE208-C525-4DFE-A3B9-5E3195380AAA}" destId="{F3A4D2E8-6280-4A79-A396-FE362F9C6EE2}" srcOrd="9" destOrd="0" presId="urn:microsoft.com/office/officeart/2008/layout/LinedList"/>
    <dgm:cxn modelId="{5571ACE6-2F7A-42C4-AFAB-8CBDEADC6C0D}" type="presParOf" srcId="{F3A4D2E8-6280-4A79-A396-FE362F9C6EE2}" destId="{41B5F761-695F-48A9-B3B1-23DC3888F96A}" srcOrd="0" destOrd="0" presId="urn:microsoft.com/office/officeart/2008/layout/LinedList"/>
    <dgm:cxn modelId="{57A6A839-4D14-4BF7-BD95-21D16DFFDCAD}" type="presParOf" srcId="{F3A4D2E8-6280-4A79-A396-FE362F9C6EE2}" destId="{7073F5C5-E557-4A35-99BD-54F32E4D23D7}" srcOrd="1" destOrd="0" presId="urn:microsoft.com/office/officeart/2008/layout/LinedList"/>
    <dgm:cxn modelId="{742C646E-62E9-4B85-8146-373F30A9B04B}" type="presParOf" srcId="{5D9EE208-C525-4DFE-A3B9-5E3195380AAA}" destId="{CD39F56E-499E-4297-8BB1-4EC8E17E3E62}" srcOrd="10" destOrd="0" presId="urn:microsoft.com/office/officeart/2008/layout/LinedList"/>
    <dgm:cxn modelId="{AAAEA4E2-39F6-4BCF-BFF5-4B626D04F07A}" type="presParOf" srcId="{5D9EE208-C525-4DFE-A3B9-5E3195380AAA}" destId="{DA61F90B-0C39-49BE-9857-216FDFE6740B}" srcOrd="11" destOrd="0" presId="urn:microsoft.com/office/officeart/2008/layout/LinedList"/>
    <dgm:cxn modelId="{994C2437-4723-4921-95E1-6D17D1476111}" type="presParOf" srcId="{DA61F90B-0C39-49BE-9857-216FDFE6740B}" destId="{4059B15D-827E-461C-987E-7A8E84E0EA4F}" srcOrd="0" destOrd="0" presId="urn:microsoft.com/office/officeart/2008/layout/LinedList"/>
    <dgm:cxn modelId="{1776D6DD-2C76-469A-A2AB-AA5737CF801F}" type="presParOf" srcId="{DA61F90B-0C39-49BE-9857-216FDFE6740B}" destId="{13557877-0D70-4571-9014-A79097EF51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273DA3-86C9-476D-A1AF-94C80BDB178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C38558-73F7-49CD-B029-806AE2805B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Line Chart – Monthly Loan Applications</a:t>
          </a:r>
        </a:p>
      </dgm:t>
    </dgm:pt>
    <dgm:pt modelId="{FE20DCC6-725A-47F4-A0C1-5C519A4BD0CA}" cxnId="{0E1E0C22-EAE0-418A-92EC-46EA3279AABB}" type="parTrans">
      <dgm:prSet/>
      <dgm:spPr/>
      <dgm:t>
        <a:bodyPr/>
        <a:lstStyle/>
        <a:p>
          <a:endParaRPr lang="en-US"/>
        </a:p>
      </dgm:t>
    </dgm:pt>
    <dgm:pt modelId="{EA0B2555-6F8C-4667-92CD-41882FBA354C}" cxnId="{0E1E0C22-EAE0-418A-92EC-46EA3279AABB}" type="sibTrans">
      <dgm:prSet/>
      <dgm:spPr/>
      <dgm:t>
        <a:bodyPr/>
        <a:lstStyle/>
        <a:p>
          <a:endParaRPr lang="en-US"/>
        </a:p>
      </dgm:t>
    </dgm:pt>
    <dgm:pt modelId="{911B1678-238A-4557-914A-24E00DA4D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Filled Map – Regional Analysis</a:t>
          </a:r>
        </a:p>
      </dgm:t>
    </dgm:pt>
    <dgm:pt modelId="{B809BBFB-01A0-454E-9CA4-A03D5989830E}" cxnId="{4D29D9B1-5CA7-4318-90C1-69C0656B395E}" type="parTrans">
      <dgm:prSet/>
      <dgm:spPr/>
      <dgm:t>
        <a:bodyPr/>
        <a:lstStyle/>
        <a:p>
          <a:endParaRPr lang="en-US"/>
        </a:p>
      </dgm:t>
    </dgm:pt>
    <dgm:pt modelId="{ED4DB280-2DB7-4DC3-9AE7-0227FEE19303}" cxnId="{4D29D9B1-5CA7-4318-90C1-69C0656B395E}" type="sibTrans">
      <dgm:prSet/>
      <dgm:spPr/>
      <dgm:t>
        <a:bodyPr/>
        <a:lstStyle/>
        <a:p>
          <a:endParaRPr lang="en-US"/>
        </a:p>
      </dgm:t>
    </dgm:pt>
    <dgm:pt modelId="{2D518776-A89A-4A7F-9405-2D1C3FBE6B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Donut Chart – Loan Term Analysis</a:t>
          </a:r>
        </a:p>
      </dgm:t>
    </dgm:pt>
    <dgm:pt modelId="{CFC2FA76-C63D-411B-8482-2C34B37B55AE}" cxnId="{33B38E95-3509-4533-99CA-15275F3F3C05}" type="parTrans">
      <dgm:prSet/>
      <dgm:spPr/>
      <dgm:t>
        <a:bodyPr/>
        <a:lstStyle/>
        <a:p>
          <a:endParaRPr lang="en-US"/>
        </a:p>
      </dgm:t>
    </dgm:pt>
    <dgm:pt modelId="{73F73B6D-2D5E-44B9-BF44-0CED82CB2080}" cxnId="{33B38E95-3509-4533-99CA-15275F3F3C05}" type="sibTrans">
      <dgm:prSet/>
      <dgm:spPr/>
      <dgm:t>
        <a:bodyPr/>
        <a:lstStyle/>
        <a:p>
          <a:endParaRPr lang="en-US"/>
        </a:p>
      </dgm:t>
    </dgm:pt>
    <dgm:pt modelId="{EFB2B7C0-A2D9-49C6-B64E-4589FE4C99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Bar Chart – Home Ownership Analysis</a:t>
          </a:r>
        </a:p>
      </dgm:t>
    </dgm:pt>
    <dgm:pt modelId="{4C514597-EABD-42FD-8388-0D21195DE984}" cxnId="{ADE43AF4-2CAD-4691-9B0A-ACD37771571B}" type="parTrans">
      <dgm:prSet/>
      <dgm:spPr/>
      <dgm:t>
        <a:bodyPr/>
        <a:lstStyle/>
        <a:p>
          <a:endParaRPr lang="en-US"/>
        </a:p>
      </dgm:t>
    </dgm:pt>
    <dgm:pt modelId="{392F83BC-D55C-496C-B470-3C89B76F4F26}" cxnId="{ADE43AF4-2CAD-4691-9B0A-ACD37771571B}" type="sibTrans">
      <dgm:prSet/>
      <dgm:spPr/>
      <dgm:t>
        <a:bodyPr/>
        <a:lstStyle/>
        <a:p>
          <a:endParaRPr lang="en-US"/>
        </a:p>
      </dgm:t>
    </dgm:pt>
    <dgm:pt modelId="{434B577E-BA35-4D49-B059-ADC27FDCD2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Tree Map – Loan Purpose Breakdown</a:t>
          </a:r>
        </a:p>
      </dgm:t>
    </dgm:pt>
    <dgm:pt modelId="{321E4B37-5B3B-4354-9880-5C92587F921E}" cxnId="{3B12DB4A-6DF8-49DA-912A-0045EB3E3917}" type="parTrans">
      <dgm:prSet/>
      <dgm:spPr/>
      <dgm:t>
        <a:bodyPr/>
        <a:lstStyle/>
        <a:p>
          <a:endParaRPr lang="en-US"/>
        </a:p>
      </dgm:t>
    </dgm:pt>
    <dgm:pt modelId="{A11D2F0D-4A2B-4435-A43F-1FBAC662D549}" cxnId="{3B12DB4A-6DF8-49DA-912A-0045EB3E3917}" type="sibTrans">
      <dgm:prSet/>
      <dgm:spPr/>
      <dgm:t>
        <a:bodyPr/>
        <a:lstStyle/>
        <a:p>
          <a:endParaRPr lang="en-US"/>
        </a:p>
      </dgm:t>
    </dgm:pt>
    <dgm:pt modelId="{DFBAE9F2-C1D1-4A56-BC0D-A5F3F61F23D9}" type="pres">
      <dgm:prSet presAssocID="{03273DA3-86C9-476D-A1AF-94C80BDB1788}" presName="root" presStyleCnt="0">
        <dgm:presLayoutVars>
          <dgm:dir/>
          <dgm:resizeHandles val="exact"/>
        </dgm:presLayoutVars>
      </dgm:prSet>
      <dgm:spPr/>
    </dgm:pt>
    <dgm:pt modelId="{08613157-12CC-42DC-9228-DC7A3415EA36}" type="pres">
      <dgm:prSet presAssocID="{24C38558-73F7-49CD-B029-806AE2805BDA}" presName="compNode" presStyleCnt="0"/>
      <dgm:spPr/>
    </dgm:pt>
    <dgm:pt modelId="{498654ED-E6D8-4A1A-A2AC-1954E1DC5171}" type="pres">
      <dgm:prSet presAssocID="{24C38558-73F7-49CD-B029-806AE2805BDA}" presName="bgRect" presStyleLbl="bgShp" presStyleIdx="0" presStyleCnt="5"/>
      <dgm:spPr/>
    </dgm:pt>
    <dgm:pt modelId="{558E0374-78AB-4A6C-A66A-8776E222F331}" type="pres">
      <dgm:prSet presAssocID="{24C38558-73F7-49CD-B029-806AE2805BD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</dgm:pt>
    <dgm:pt modelId="{33F7F5BC-52C8-44C6-AAA2-D7D6EF77AFC9}" type="pres">
      <dgm:prSet presAssocID="{24C38558-73F7-49CD-B029-806AE2805BDA}" presName="spaceRect" presStyleCnt="0"/>
      <dgm:spPr/>
    </dgm:pt>
    <dgm:pt modelId="{491B18E2-33F1-4D09-B956-657BB1FDA339}" type="pres">
      <dgm:prSet presAssocID="{24C38558-73F7-49CD-B029-806AE2805BDA}" presName="parTx" presStyleLbl="revTx" presStyleIdx="0" presStyleCnt="5">
        <dgm:presLayoutVars>
          <dgm:chMax val="0"/>
          <dgm:chPref val="0"/>
        </dgm:presLayoutVars>
      </dgm:prSet>
      <dgm:spPr/>
    </dgm:pt>
    <dgm:pt modelId="{A7D7EA05-DE8C-4E3D-867F-6EB0035832DA}" type="pres">
      <dgm:prSet presAssocID="{EA0B2555-6F8C-4667-92CD-41882FBA354C}" presName="sibTrans" presStyleCnt="0"/>
      <dgm:spPr/>
    </dgm:pt>
    <dgm:pt modelId="{65D1AB95-C40B-4C0A-BEA6-3CD8EEBC3403}" type="pres">
      <dgm:prSet presAssocID="{911B1678-238A-4557-914A-24E00DA4D16E}" presName="compNode" presStyleCnt="0"/>
      <dgm:spPr/>
    </dgm:pt>
    <dgm:pt modelId="{53AA1357-90DA-4C02-9EBF-7BF45CEB996C}" type="pres">
      <dgm:prSet presAssocID="{911B1678-238A-4557-914A-24E00DA4D16E}" presName="bgRect" presStyleLbl="bgShp" presStyleIdx="1" presStyleCnt="5"/>
      <dgm:spPr/>
    </dgm:pt>
    <dgm:pt modelId="{A01FF41B-D62F-4EEE-A499-6D08B3E260A5}" type="pres">
      <dgm:prSet presAssocID="{911B1678-238A-4557-914A-24E00DA4D16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</dgm:pt>
    <dgm:pt modelId="{070C2D4C-6889-4290-9176-30092C02F4A6}" type="pres">
      <dgm:prSet presAssocID="{911B1678-238A-4557-914A-24E00DA4D16E}" presName="spaceRect" presStyleCnt="0"/>
      <dgm:spPr/>
    </dgm:pt>
    <dgm:pt modelId="{3896BFED-D253-4258-BE47-5210CB871E0D}" type="pres">
      <dgm:prSet presAssocID="{911B1678-238A-4557-914A-24E00DA4D16E}" presName="parTx" presStyleLbl="revTx" presStyleIdx="1" presStyleCnt="5">
        <dgm:presLayoutVars>
          <dgm:chMax val="0"/>
          <dgm:chPref val="0"/>
        </dgm:presLayoutVars>
      </dgm:prSet>
      <dgm:spPr/>
    </dgm:pt>
    <dgm:pt modelId="{177E4242-1BD7-4D7C-B12C-DC379748EAF0}" type="pres">
      <dgm:prSet presAssocID="{ED4DB280-2DB7-4DC3-9AE7-0227FEE19303}" presName="sibTrans" presStyleCnt="0"/>
      <dgm:spPr/>
    </dgm:pt>
    <dgm:pt modelId="{DAE4FB2E-77E1-4B80-A95E-A3D6845F899B}" type="pres">
      <dgm:prSet presAssocID="{2D518776-A89A-4A7F-9405-2D1C3FBE6B31}" presName="compNode" presStyleCnt="0"/>
      <dgm:spPr/>
    </dgm:pt>
    <dgm:pt modelId="{66BA9AAB-8527-47E8-82B4-5CDE7E31B2EC}" type="pres">
      <dgm:prSet presAssocID="{2D518776-A89A-4A7F-9405-2D1C3FBE6B31}" presName="bgRect" presStyleLbl="bgShp" presStyleIdx="2" presStyleCnt="5"/>
      <dgm:spPr/>
    </dgm:pt>
    <dgm:pt modelId="{9AC2EC15-CF4C-4F52-9E23-A918E0CCD995}" type="pres">
      <dgm:prSet presAssocID="{2D518776-A89A-4A7F-9405-2D1C3FBE6B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</dgm:pt>
    <dgm:pt modelId="{4F2CE8BD-001D-4246-B3AF-6667FFFF0607}" type="pres">
      <dgm:prSet presAssocID="{2D518776-A89A-4A7F-9405-2D1C3FBE6B31}" presName="spaceRect" presStyleCnt="0"/>
      <dgm:spPr/>
    </dgm:pt>
    <dgm:pt modelId="{32899BC4-1536-4706-9044-89A005B1F8DC}" type="pres">
      <dgm:prSet presAssocID="{2D518776-A89A-4A7F-9405-2D1C3FBE6B31}" presName="parTx" presStyleLbl="revTx" presStyleIdx="2" presStyleCnt="5">
        <dgm:presLayoutVars>
          <dgm:chMax val="0"/>
          <dgm:chPref val="0"/>
        </dgm:presLayoutVars>
      </dgm:prSet>
      <dgm:spPr/>
    </dgm:pt>
    <dgm:pt modelId="{9F50AE1F-A10E-48C8-9667-EC257DC1115E}" type="pres">
      <dgm:prSet presAssocID="{73F73B6D-2D5E-44B9-BF44-0CED82CB2080}" presName="sibTrans" presStyleCnt="0"/>
      <dgm:spPr/>
    </dgm:pt>
    <dgm:pt modelId="{7A8EB406-EB34-4F60-B8D0-9E05EC6B44E9}" type="pres">
      <dgm:prSet presAssocID="{EFB2B7C0-A2D9-49C6-B64E-4589FE4C9973}" presName="compNode" presStyleCnt="0"/>
      <dgm:spPr/>
    </dgm:pt>
    <dgm:pt modelId="{08B36044-BAC8-42E4-B92C-CD3A5DF5777A}" type="pres">
      <dgm:prSet presAssocID="{EFB2B7C0-A2D9-49C6-B64E-4589FE4C9973}" presName="bgRect" presStyleLbl="bgShp" presStyleIdx="3" presStyleCnt="5"/>
      <dgm:spPr/>
    </dgm:pt>
    <dgm:pt modelId="{8B71C003-A57C-4908-9F03-49DE848F6BBA}" type="pres">
      <dgm:prSet presAssocID="{EFB2B7C0-A2D9-49C6-B64E-4589FE4C997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</dgm:pt>
    <dgm:pt modelId="{3ED61236-A0B6-4CBE-9E44-D0FA0995153A}" type="pres">
      <dgm:prSet presAssocID="{EFB2B7C0-A2D9-49C6-B64E-4589FE4C9973}" presName="spaceRect" presStyleCnt="0"/>
      <dgm:spPr/>
    </dgm:pt>
    <dgm:pt modelId="{D636A1F6-F147-4636-A451-4FF4B8D0BFE2}" type="pres">
      <dgm:prSet presAssocID="{EFB2B7C0-A2D9-49C6-B64E-4589FE4C9973}" presName="parTx" presStyleLbl="revTx" presStyleIdx="3" presStyleCnt="5">
        <dgm:presLayoutVars>
          <dgm:chMax val="0"/>
          <dgm:chPref val="0"/>
        </dgm:presLayoutVars>
      </dgm:prSet>
      <dgm:spPr/>
    </dgm:pt>
    <dgm:pt modelId="{11EEF609-3EA8-4910-AB5B-BD9E4B022A48}" type="pres">
      <dgm:prSet presAssocID="{392F83BC-D55C-496C-B470-3C89B76F4F26}" presName="sibTrans" presStyleCnt="0"/>
      <dgm:spPr/>
    </dgm:pt>
    <dgm:pt modelId="{D2CDEF69-D708-4FFA-AB29-C77FB9439A7B}" type="pres">
      <dgm:prSet presAssocID="{434B577E-BA35-4D49-B059-ADC27FDCD2F4}" presName="compNode" presStyleCnt="0"/>
      <dgm:spPr/>
    </dgm:pt>
    <dgm:pt modelId="{08A24AE5-164A-4F68-8FCA-AD2ADA154B07}" type="pres">
      <dgm:prSet presAssocID="{434B577E-BA35-4D49-B059-ADC27FDCD2F4}" presName="bgRect" presStyleLbl="bgShp" presStyleIdx="4" presStyleCnt="5"/>
      <dgm:spPr/>
    </dgm:pt>
    <dgm:pt modelId="{278EBEA0-7FD6-4703-8E53-FD7DA887D1BD}" type="pres">
      <dgm:prSet presAssocID="{434B577E-BA35-4D49-B059-ADC27FDCD2F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</dgm:pt>
    <dgm:pt modelId="{33318995-522B-47FD-B428-7CF898D69F71}" type="pres">
      <dgm:prSet presAssocID="{434B577E-BA35-4D49-B059-ADC27FDCD2F4}" presName="spaceRect" presStyleCnt="0"/>
      <dgm:spPr/>
    </dgm:pt>
    <dgm:pt modelId="{A7799CD8-8DF9-48C0-81C7-29F12152B957}" type="pres">
      <dgm:prSet presAssocID="{434B577E-BA35-4D49-B059-ADC27FDCD2F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C71731B-2425-431B-A0DC-D081655952B1}" type="presOf" srcId="{03273DA3-86C9-476D-A1AF-94C80BDB1788}" destId="{DFBAE9F2-C1D1-4A56-BC0D-A5F3F61F23D9}" srcOrd="0" destOrd="0" presId="urn:microsoft.com/office/officeart/2018/2/layout/IconVerticalSolidList"/>
    <dgm:cxn modelId="{0E1E0C22-EAE0-418A-92EC-46EA3279AABB}" srcId="{03273DA3-86C9-476D-A1AF-94C80BDB1788}" destId="{24C38558-73F7-49CD-B029-806AE2805BDA}" srcOrd="0" destOrd="0" parTransId="{FE20DCC6-725A-47F4-A0C1-5C519A4BD0CA}" sibTransId="{EA0B2555-6F8C-4667-92CD-41882FBA354C}"/>
    <dgm:cxn modelId="{3B12DB4A-6DF8-49DA-912A-0045EB3E3917}" srcId="{03273DA3-86C9-476D-A1AF-94C80BDB1788}" destId="{434B577E-BA35-4D49-B059-ADC27FDCD2F4}" srcOrd="4" destOrd="0" parTransId="{321E4B37-5B3B-4354-9880-5C92587F921E}" sibTransId="{A11D2F0D-4A2B-4435-A43F-1FBAC662D549}"/>
    <dgm:cxn modelId="{0E859352-3670-4CC8-853B-02699C88416B}" type="presOf" srcId="{EFB2B7C0-A2D9-49C6-B64E-4589FE4C9973}" destId="{D636A1F6-F147-4636-A451-4FF4B8D0BFE2}" srcOrd="0" destOrd="0" presId="urn:microsoft.com/office/officeart/2018/2/layout/IconVerticalSolidList"/>
    <dgm:cxn modelId="{1F5C8E76-B5DC-4B89-82C1-5814831094EA}" type="presOf" srcId="{24C38558-73F7-49CD-B029-806AE2805BDA}" destId="{491B18E2-33F1-4D09-B956-657BB1FDA339}" srcOrd="0" destOrd="0" presId="urn:microsoft.com/office/officeart/2018/2/layout/IconVerticalSolidList"/>
    <dgm:cxn modelId="{FE893E89-2F54-4D49-981B-2D20FB880408}" type="presOf" srcId="{911B1678-238A-4557-914A-24E00DA4D16E}" destId="{3896BFED-D253-4258-BE47-5210CB871E0D}" srcOrd="0" destOrd="0" presId="urn:microsoft.com/office/officeart/2018/2/layout/IconVerticalSolidList"/>
    <dgm:cxn modelId="{33B38E95-3509-4533-99CA-15275F3F3C05}" srcId="{03273DA3-86C9-476D-A1AF-94C80BDB1788}" destId="{2D518776-A89A-4A7F-9405-2D1C3FBE6B31}" srcOrd="2" destOrd="0" parTransId="{CFC2FA76-C63D-411B-8482-2C34B37B55AE}" sibTransId="{73F73B6D-2D5E-44B9-BF44-0CED82CB2080}"/>
    <dgm:cxn modelId="{3B2044AC-9D5B-4D58-8E57-04DCF03126D2}" type="presOf" srcId="{2D518776-A89A-4A7F-9405-2D1C3FBE6B31}" destId="{32899BC4-1536-4706-9044-89A005B1F8DC}" srcOrd="0" destOrd="0" presId="urn:microsoft.com/office/officeart/2018/2/layout/IconVerticalSolidList"/>
    <dgm:cxn modelId="{4D29D9B1-5CA7-4318-90C1-69C0656B395E}" srcId="{03273DA3-86C9-476D-A1AF-94C80BDB1788}" destId="{911B1678-238A-4557-914A-24E00DA4D16E}" srcOrd="1" destOrd="0" parTransId="{B809BBFB-01A0-454E-9CA4-A03D5989830E}" sibTransId="{ED4DB280-2DB7-4DC3-9AE7-0227FEE19303}"/>
    <dgm:cxn modelId="{ADE43AF4-2CAD-4691-9B0A-ACD37771571B}" srcId="{03273DA3-86C9-476D-A1AF-94C80BDB1788}" destId="{EFB2B7C0-A2D9-49C6-B64E-4589FE4C9973}" srcOrd="3" destOrd="0" parTransId="{4C514597-EABD-42FD-8388-0D21195DE984}" sibTransId="{392F83BC-D55C-496C-B470-3C89B76F4F26}"/>
    <dgm:cxn modelId="{1E58FCFB-99EA-44AF-AE1C-98EB523CE8CC}" type="presOf" srcId="{434B577E-BA35-4D49-B059-ADC27FDCD2F4}" destId="{A7799CD8-8DF9-48C0-81C7-29F12152B957}" srcOrd="0" destOrd="0" presId="urn:microsoft.com/office/officeart/2018/2/layout/IconVerticalSolidList"/>
    <dgm:cxn modelId="{5AE532D6-BC02-488C-BCE6-5B156ED5EF0A}" type="presParOf" srcId="{DFBAE9F2-C1D1-4A56-BC0D-A5F3F61F23D9}" destId="{08613157-12CC-42DC-9228-DC7A3415EA36}" srcOrd="0" destOrd="0" presId="urn:microsoft.com/office/officeart/2018/2/layout/IconVerticalSolidList"/>
    <dgm:cxn modelId="{778017F6-D24D-4D55-B0F5-72299F69ABA7}" type="presParOf" srcId="{08613157-12CC-42DC-9228-DC7A3415EA36}" destId="{498654ED-E6D8-4A1A-A2AC-1954E1DC5171}" srcOrd="0" destOrd="0" presId="urn:microsoft.com/office/officeart/2018/2/layout/IconVerticalSolidList"/>
    <dgm:cxn modelId="{6C29F93F-D155-496F-8494-1B659B2BB7EE}" type="presParOf" srcId="{08613157-12CC-42DC-9228-DC7A3415EA36}" destId="{558E0374-78AB-4A6C-A66A-8776E222F331}" srcOrd="1" destOrd="0" presId="urn:microsoft.com/office/officeart/2018/2/layout/IconVerticalSolidList"/>
    <dgm:cxn modelId="{9DF007F9-E12C-44A7-BD6F-BCD4BCC7F300}" type="presParOf" srcId="{08613157-12CC-42DC-9228-DC7A3415EA36}" destId="{33F7F5BC-52C8-44C6-AAA2-D7D6EF77AFC9}" srcOrd="2" destOrd="0" presId="urn:microsoft.com/office/officeart/2018/2/layout/IconVerticalSolidList"/>
    <dgm:cxn modelId="{3E24D0B8-BFFA-4500-8441-85742CAFA884}" type="presParOf" srcId="{08613157-12CC-42DC-9228-DC7A3415EA36}" destId="{491B18E2-33F1-4D09-B956-657BB1FDA339}" srcOrd="3" destOrd="0" presId="urn:microsoft.com/office/officeart/2018/2/layout/IconVerticalSolidList"/>
    <dgm:cxn modelId="{8DD034D9-A24F-42A4-B50A-021358C9AB09}" type="presParOf" srcId="{DFBAE9F2-C1D1-4A56-BC0D-A5F3F61F23D9}" destId="{A7D7EA05-DE8C-4E3D-867F-6EB0035832DA}" srcOrd="1" destOrd="0" presId="urn:microsoft.com/office/officeart/2018/2/layout/IconVerticalSolidList"/>
    <dgm:cxn modelId="{E3D7C7E4-0C60-4B54-8F5B-922ADA2A7BF9}" type="presParOf" srcId="{DFBAE9F2-C1D1-4A56-BC0D-A5F3F61F23D9}" destId="{65D1AB95-C40B-4C0A-BEA6-3CD8EEBC3403}" srcOrd="2" destOrd="0" presId="urn:microsoft.com/office/officeart/2018/2/layout/IconVerticalSolidList"/>
    <dgm:cxn modelId="{4840B219-3A7C-4586-82BB-F696924E288B}" type="presParOf" srcId="{65D1AB95-C40B-4C0A-BEA6-3CD8EEBC3403}" destId="{53AA1357-90DA-4C02-9EBF-7BF45CEB996C}" srcOrd="0" destOrd="0" presId="urn:microsoft.com/office/officeart/2018/2/layout/IconVerticalSolidList"/>
    <dgm:cxn modelId="{F8AA8823-FBA2-43AE-AC1B-87EFC57479DA}" type="presParOf" srcId="{65D1AB95-C40B-4C0A-BEA6-3CD8EEBC3403}" destId="{A01FF41B-D62F-4EEE-A499-6D08B3E260A5}" srcOrd="1" destOrd="0" presId="urn:microsoft.com/office/officeart/2018/2/layout/IconVerticalSolidList"/>
    <dgm:cxn modelId="{2A3B1B0B-C2A1-457A-9D9A-43BA53C833A3}" type="presParOf" srcId="{65D1AB95-C40B-4C0A-BEA6-3CD8EEBC3403}" destId="{070C2D4C-6889-4290-9176-30092C02F4A6}" srcOrd="2" destOrd="0" presId="urn:microsoft.com/office/officeart/2018/2/layout/IconVerticalSolidList"/>
    <dgm:cxn modelId="{0DFE5F74-D101-4B27-8503-9C58D6556955}" type="presParOf" srcId="{65D1AB95-C40B-4C0A-BEA6-3CD8EEBC3403}" destId="{3896BFED-D253-4258-BE47-5210CB871E0D}" srcOrd="3" destOrd="0" presId="urn:microsoft.com/office/officeart/2018/2/layout/IconVerticalSolidList"/>
    <dgm:cxn modelId="{EE724823-7979-44C9-A4BF-337178BF4C4A}" type="presParOf" srcId="{DFBAE9F2-C1D1-4A56-BC0D-A5F3F61F23D9}" destId="{177E4242-1BD7-4D7C-B12C-DC379748EAF0}" srcOrd="3" destOrd="0" presId="urn:microsoft.com/office/officeart/2018/2/layout/IconVerticalSolidList"/>
    <dgm:cxn modelId="{C7AC873A-79A2-4A54-A849-7323CA35A64C}" type="presParOf" srcId="{DFBAE9F2-C1D1-4A56-BC0D-A5F3F61F23D9}" destId="{DAE4FB2E-77E1-4B80-A95E-A3D6845F899B}" srcOrd="4" destOrd="0" presId="urn:microsoft.com/office/officeart/2018/2/layout/IconVerticalSolidList"/>
    <dgm:cxn modelId="{BB6E44FA-0E53-457F-A47A-ECE53023D555}" type="presParOf" srcId="{DAE4FB2E-77E1-4B80-A95E-A3D6845F899B}" destId="{66BA9AAB-8527-47E8-82B4-5CDE7E31B2EC}" srcOrd="0" destOrd="0" presId="urn:microsoft.com/office/officeart/2018/2/layout/IconVerticalSolidList"/>
    <dgm:cxn modelId="{05754287-8D6B-4273-BA54-A4BEDF60BABB}" type="presParOf" srcId="{DAE4FB2E-77E1-4B80-A95E-A3D6845F899B}" destId="{9AC2EC15-CF4C-4F52-9E23-A918E0CCD995}" srcOrd="1" destOrd="0" presId="urn:microsoft.com/office/officeart/2018/2/layout/IconVerticalSolidList"/>
    <dgm:cxn modelId="{05E0AB58-47E1-4C27-BC4E-F4319A620A8E}" type="presParOf" srcId="{DAE4FB2E-77E1-4B80-A95E-A3D6845F899B}" destId="{4F2CE8BD-001D-4246-B3AF-6667FFFF0607}" srcOrd="2" destOrd="0" presId="urn:microsoft.com/office/officeart/2018/2/layout/IconVerticalSolidList"/>
    <dgm:cxn modelId="{82CDB640-ABCC-40D6-89C3-54610212706B}" type="presParOf" srcId="{DAE4FB2E-77E1-4B80-A95E-A3D6845F899B}" destId="{32899BC4-1536-4706-9044-89A005B1F8DC}" srcOrd="3" destOrd="0" presId="urn:microsoft.com/office/officeart/2018/2/layout/IconVerticalSolidList"/>
    <dgm:cxn modelId="{EB4197B1-D1FA-4386-BA96-770645B51126}" type="presParOf" srcId="{DFBAE9F2-C1D1-4A56-BC0D-A5F3F61F23D9}" destId="{9F50AE1F-A10E-48C8-9667-EC257DC1115E}" srcOrd="5" destOrd="0" presId="urn:microsoft.com/office/officeart/2018/2/layout/IconVerticalSolidList"/>
    <dgm:cxn modelId="{5EB25CD7-B717-40D7-9321-009B55F53625}" type="presParOf" srcId="{DFBAE9F2-C1D1-4A56-BC0D-A5F3F61F23D9}" destId="{7A8EB406-EB34-4F60-B8D0-9E05EC6B44E9}" srcOrd="6" destOrd="0" presId="urn:microsoft.com/office/officeart/2018/2/layout/IconVerticalSolidList"/>
    <dgm:cxn modelId="{CDD77CC9-32BF-4C29-B805-DF47C35969A4}" type="presParOf" srcId="{7A8EB406-EB34-4F60-B8D0-9E05EC6B44E9}" destId="{08B36044-BAC8-42E4-B92C-CD3A5DF5777A}" srcOrd="0" destOrd="0" presId="urn:microsoft.com/office/officeart/2018/2/layout/IconVerticalSolidList"/>
    <dgm:cxn modelId="{0A93F6D4-F3CB-411C-A229-289E1756A0BA}" type="presParOf" srcId="{7A8EB406-EB34-4F60-B8D0-9E05EC6B44E9}" destId="{8B71C003-A57C-4908-9F03-49DE848F6BBA}" srcOrd="1" destOrd="0" presId="urn:microsoft.com/office/officeart/2018/2/layout/IconVerticalSolidList"/>
    <dgm:cxn modelId="{5311D414-9CF8-404D-9728-E7D6935C7850}" type="presParOf" srcId="{7A8EB406-EB34-4F60-B8D0-9E05EC6B44E9}" destId="{3ED61236-A0B6-4CBE-9E44-D0FA0995153A}" srcOrd="2" destOrd="0" presId="urn:microsoft.com/office/officeart/2018/2/layout/IconVerticalSolidList"/>
    <dgm:cxn modelId="{4B744AF5-04B8-45B6-80B5-5CE96ECCEF79}" type="presParOf" srcId="{7A8EB406-EB34-4F60-B8D0-9E05EC6B44E9}" destId="{D636A1F6-F147-4636-A451-4FF4B8D0BFE2}" srcOrd="3" destOrd="0" presId="urn:microsoft.com/office/officeart/2018/2/layout/IconVerticalSolidList"/>
    <dgm:cxn modelId="{40118620-6EBD-4583-9DE7-EEE6E876E53F}" type="presParOf" srcId="{DFBAE9F2-C1D1-4A56-BC0D-A5F3F61F23D9}" destId="{11EEF609-3EA8-4910-AB5B-BD9E4B022A48}" srcOrd="7" destOrd="0" presId="urn:microsoft.com/office/officeart/2018/2/layout/IconVerticalSolidList"/>
    <dgm:cxn modelId="{A72DE194-BB3C-400B-B5CB-546B0C76ED94}" type="presParOf" srcId="{DFBAE9F2-C1D1-4A56-BC0D-A5F3F61F23D9}" destId="{D2CDEF69-D708-4FFA-AB29-C77FB9439A7B}" srcOrd="8" destOrd="0" presId="urn:microsoft.com/office/officeart/2018/2/layout/IconVerticalSolidList"/>
    <dgm:cxn modelId="{1FA10E0B-D5B4-4797-8A16-8CEC0D900852}" type="presParOf" srcId="{D2CDEF69-D708-4FFA-AB29-C77FB9439A7B}" destId="{08A24AE5-164A-4F68-8FCA-AD2ADA154B07}" srcOrd="0" destOrd="0" presId="urn:microsoft.com/office/officeart/2018/2/layout/IconVerticalSolidList"/>
    <dgm:cxn modelId="{A9A9E1A3-B3EA-4968-A056-9B244175A063}" type="presParOf" srcId="{D2CDEF69-D708-4FFA-AB29-C77FB9439A7B}" destId="{278EBEA0-7FD6-4703-8E53-FD7DA887D1BD}" srcOrd="1" destOrd="0" presId="urn:microsoft.com/office/officeart/2018/2/layout/IconVerticalSolidList"/>
    <dgm:cxn modelId="{9BFC3C6E-80B7-4A47-9BFB-F8F3D2510688}" type="presParOf" srcId="{D2CDEF69-D708-4FFA-AB29-C77FB9439A7B}" destId="{33318995-522B-47FD-B428-7CF898D69F71}" srcOrd="2" destOrd="0" presId="urn:microsoft.com/office/officeart/2018/2/layout/IconVerticalSolidList"/>
    <dgm:cxn modelId="{AEFAF0E2-146B-41A2-9E7F-CA203C5A20B7}" type="presParOf" srcId="{D2CDEF69-D708-4FFA-AB29-C77FB9439A7B}" destId="{A7799CD8-8DF9-48C0-81C7-29F12152B9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6557B0-D8D9-4152-B4C1-34E72FB4A23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008D5F2-460C-4CA0-BAEE-CBF8106717AA}">
      <dgm:prSet/>
      <dgm:spPr/>
      <dgm:t>
        <a:bodyPr/>
        <a:lstStyle/>
        <a:p>
          <a:r>
            <a:rPr lang="en-US"/>
            <a:t>Filters Used: Purpose, Grade</a:t>
          </a:r>
        </a:p>
      </dgm:t>
    </dgm:pt>
    <dgm:pt modelId="{6F132E3E-42A1-4F50-BB52-8E1AFACC5673}" cxnId="{3FE54C02-6D69-40A6-9992-30C59DF6184F}" type="parTrans">
      <dgm:prSet/>
      <dgm:spPr/>
      <dgm:t>
        <a:bodyPr/>
        <a:lstStyle/>
        <a:p>
          <a:endParaRPr lang="en-US"/>
        </a:p>
      </dgm:t>
    </dgm:pt>
    <dgm:pt modelId="{6C8A9152-7B81-4CF8-A6C2-54010B3BA847}" cxnId="{3FE54C02-6D69-40A6-9992-30C59DF6184F}" type="sibTrans">
      <dgm:prSet/>
      <dgm:spPr/>
      <dgm:t>
        <a:bodyPr/>
        <a:lstStyle/>
        <a:p>
          <a:endParaRPr lang="en-US"/>
        </a:p>
      </dgm:t>
    </dgm:pt>
    <dgm:pt modelId="{937D56AE-0065-4E92-BA70-BED2EB0D7F46}">
      <dgm:prSet/>
      <dgm:spPr/>
      <dgm:t>
        <a:bodyPr/>
        <a:lstStyle/>
        <a:p>
          <a:r>
            <a:rPr lang="en-US"/>
            <a:t>Page Navigation Buttons</a:t>
          </a:r>
        </a:p>
      </dgm:t>
    </dgm:pt>
    <dgm:pt modelId="{11044E9C-B68C-4E8B-B045-14CF74B7516B}" cxnId="{BBD2D681-178E-42EE-9AF9-6BF65004BD63}" type="parTrans">
      <dgm:prSet/>
      <dgm:spPr/>
      <dgm:t>
        <a:bodyPr/>
        <a:lstStyle/>
        <a:p>
          <a:endParaRPr lang="en-US"/>
        </a:p>
      </dgm:t>
    </dgm:pt>
    <dgm:pt modelId="{51149021-5DC0-4607-8A0F-E4BCAF26FB90}" cxnId="{BBD2D681-178E-42EE-9AF9-6BF65004BD63}" type="sibTrans">
      <dgm:prSet/>
      <dgm:spPr/>
      <dgm:t>
        <a:bodyPr/>
        <a:lstStyle/>
        <a:p>
          <a:endParaRPr lang="en-US"/>
        </a:p>
      </dgm:t>
    </dgm:pt>
    <dgm:pt modelId="{F7024F2F-D86A-42D3-98D1-142AB55BB322}">
      <dgm:prSet/>
      <dgm:spPr/>
      <dgm:t>
        <a:bodyPr/>
        <a:lstStyle/>
        <a:p>
          <a:r>
            <a:rPr lang="en-US"/>
            <a:t>Reset Filters Button</a:t>
          </a:r>
        </a:p>
      </dgm:t>
    </dgm:pt>
    <dgm:pt modelId="{745EA970-88FF-4688-B20C-173327BEB735}" cxnId="{D90B40CE-5333-4BC4-B59B-D0891596AA87}" type="parTrans">
      <dgm:prSet/>
      <dgm:spPr/>
      <dgm:t>
        <a:bodyPr/>
        <a:lstStyle/>
        <a:p>
          <a:endParaRPr lang="en-US"/>
        </a:p>
      </dgm:t>
    </dgm:pt>
    <dgm:pt modelId="{E37FBE58-1607-4827-A880-9DD663813891}" cxnId="{D90B40CE-5333-4BC4-B59B-D0891596AA87}" type="sibTrans">
      <dgm:prSet/>
      <dgm:spPr/>
      <dgm:t>
        <a:bodyPr/>
        <a:lstStyle/>
        <a:p>
          <a:endParaRPr lang="en-US"/>
        </a:p>
      </dgm:t>
    </dgm:pt>
    <dgm:pt modelId="{84776A53-2EA2-4E26-876E-7023FB221699}" type="pres">
      <dgm:prSet presAssocID="{4D6557B0-D8D9-4152-B4C1-34E72FB4A23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D48322-33EC-4E60-B5E5-08C492097929}" type="pres">
      <dgm:prSet presAssocID="{F008D5F2-460C-4CA0-BAEE-CBF8106717AA}" presName="hierRoot1" presStyleCnt="0"/>
      <dgm:spPr/>
    </dgm:pt>
    <dgm:pt modelId="{2414F831-44E0-4295-9999-FF173B8B589C}" type="pres">
      <dgm:prSet presAssocID="{F008D5F2-460C-4CA0-BAEE-CBF8106717AA}" presName="composite" presStyleCnt="0"/>
      <dgm:spPr/>
    </dgm:pt>
    <dgm:pt modelId="{5DF3E8AE-3719-4607-8B26-82AE027FE95C}" type="pres">
      <dgm:prSet presAssocID="{F008D5F2-460C-4CA0-BAEE-CBF8106717AA}" presName="background" presStyleLbl="node0" presStyleIdx="0" presStyleCnt="3"/>
      <dgm:spPr/>
    </dgm:pt>
    <dgm:pt modelId="{B06FE61F-C50D-4D35-B4C7-127493740769}" type="pres">
      <dgm:prSet presAssocID="{F008D5F2-460C-4CA0-BAEE-CBF8106717AA}" presName="text" presStyleLbl="fgAcc0" presStyleIdx="0" presStyleCnt="3">
        <dgm:presLayoutVars>
          <dgm:chPref val="3"/>
        </dgm:presLayoutVars>
      </dgm:prSet>
      <dgm:spPr/>
    </dgm:pt>
    <dgm:pt modelId="{49A8640E-3130-47B7-BF38-739BFF427DD6}" type="pres">
      <dgm:prSet presAssocID="{F008D5F2-460C-4CA0-BAEE-CBF8106717AA}" presName="hierChild2" presStyleCnt="0"/>
      <dgm:spPr/>
    </dgm:pt>
    <dgm:pt modelId="{89EC8083-514C-46C6-9940-87972AEE196C}" type="pres">
      <dgm:prSet presAssocID="{937D56AE-0065-4E92-BA70-BED2EB0D7F46}" presName="hierRoot1" presStyleCnt="0"/>
      <dgm:spPr/>
    </dgm:pt>
    <dgm:pt modelId="{B54AD198-FB63-4F13-9CD3-618191410F90}" type="pres">
      <dgm:prSet presAssocID="{937D56AE-0065-4E92-BA70-BED2EB0D7F46}" presName="composite" presStyleCnt="0"/>
      <dgm:spPr/>
    </dgm:pt>
    <dgm:pt modelId="{DF84663B-40BB-47FB-AF5D-3F5AC2697251}" type="pres">
      <dgm:prSet presAssocID="{937D56AE-0065-4E92-BA70-BED2EB0D7F46}" presName="background" presStyleLbl="node0" presStyleIdx="1" presStyleCnt="3"/>
      <dgm:spPr/>
    </dgm:pt>
    <dgm:pt modelId="{01DA7AD5-DB41-412F-9AC8-399588A31001}" type="pres">
      <dgm:prSet presAssocID="{937D56AE-0065-4E92-BA70-BED2EB0D7F46}" presName="text" presStyleLbl="fgAcc0" presStyleIdx="1" presStyleCnt="3">
        <dgm:presLayoutVars>
          <dgm:chPref val="3"/>
        </dgm:presLayoutVars>
      </dgm:prSet>
      <dgm:spPr/>
    </dgm:pt>
    <dgm:pt modelId="{1C5A8866-2995-4D53-959A-034186944BF6}" type="pres">
      <dgm:prSet presAssocID="{937D56AE-0065-4E92-BA70-BED2EB0D7F46}" presName="hierChild2" presStyleCnt="0"/>
      <dgm:spPr/>
    </dgm:pt>
    <dgm:pt modelId="{E146937A-1A51-4B0F-8869-883255D2B005}" type="pres">
      <dgm:prSet presAssocID="{F7024F2F-D86A-42D3-98D1-142AB55BB322}" presName="hierRoot1" presStyleCnt="0"/>
      <dgm:spPr/>
    </dgm:pt>
    <dgm:pt modelId="{F7FAAD2A-9F35-4447-B352-B0A9C1EA4CBD}" type="pres">
      <dgm:prSet presAssocID="{F7024F2F-D86A-42D3-98D1-142AB55BB322}" presName="composite" presStyleCnt="0"/>
      <dgm:spPr/>
    </dgm:pt>
    <dgm:pt modelId="{06574FF1-5B9A-437F-94E5-79CDCA7E3BAD}" type="pres">
      <dgm:prSet presAssocID="{F7024F2F-D86A-42D3-98D1-142AB55BB322}" presName="background" presStyleLbl="node0" presStyleIdx="2" presStyleCnt="3"/>
      <dgm:spPr/>
    </dgm:pt>
    <dgm:pt modelId="{00373E97-1E22-4013-9EA7-05D8260C909A}" type="pres">
      <dgm:prSet presAssocID="{F7024F2F-D86A-42D3-98D1-142AB55BB322}" presName="text" presStyleLbl="fgAcc0" presStyleIdx="2" presStyleCnt="3">
        <dgm:presLayoutVars>
          <dgm:chPref val="3"/>
        </dgm:presLayoutVars>
      </dgm:prSet>
      <dgm:spPr/>
    </dgm:pt>
    <dgm:pt modelId="{FED426F4-FDDA-4EC7-8595-50D3056E57E7}" type="pres">
      <dgm:prSet presAssocID="{F7024F2F-D86A-42D3-98D1-142AB55BB322}" presName="hierChild2" presStyleCnt="0"/>
      <dgm:spPr/>
    </dgm:pt>
  </dgm:ptLst>
  <dgm:cxnLst>
    <dgm:cxn modelId="{3FE54C02-6D69-40A6-9992-30C59DF6184F}" srcId="{4D6557B0-D8D9-4152-B4C1-34E72FB4A23E}" destId="{F008D5F2-460C-4CA0-BAEE-CBF8106717AA}" srcOrd="0" destOrd="0" parTransId="{6F132E3E-42A1-4F50-BB52-8E1AFACC5673}" sibTransId="{6C8A9152-7B81-4CF8-A6C2-54010B3BA847}"/>
    <dgm:cxn modelId="{BFEE7771-DE1A-4B38-BD1D-4CA96389FE9E}" type="presOf" srcId="{4D6557B0-D8D9-4152-B4C1-34E72FB4A23E}" destId="{84776A53-2EA2-4E26-876E-7023FB221699}" srcOrd="0" destOrd="0" presId="urn:microsoft.com/office/officeart/2005/8/layout/hierarchy1"/>
    <dgm:cxn modelId="{BE70E055-EB76-43EE-ADF7-AEC5277A5332}" type="presOf" srcId="{937D56AE-0065-4E92-BA70-BED2EB0D7F46}" destId="{01DA7AD5-DB41-412F-9AC8-399588A31001}" srcOrd="0" destOrd="0" presId="urn:microsoft.com/office/officeart/2005/8/layout/hierarchy1"/>
    <dgm:cxn modelId="{E83FF077-8265-43DD-99A0-6F9340ECAE93}" type="presOf" srcId="{F7024F2F-D86A-42D3-98D1-142AB55BB322}" destId="{00373E97-1E22-4013-9EA7-05D8260C909A}" srcOrd="0" destOrd="0" presId="urn:microsoft.com/office/officeart/2005/8/layout/hierarchy1"/>
    <dgm:cxn modelId="{BBD2D681-178E-42EE-9AF9-6BF65004BD63}" srcId="{4D6557B0-D8D9-4152-B4C1-34E72FB4A23E}" destId="{937D56AE-0065-4E92-BA70-BED2EB0D7F46}" srcOrd="1" destOrd="0" parTransId="{11044E9C-B68C-4E8B-B045-14CF74B7516B}" sibTransId="{51149021-5DC0-4607-8A0F-E4BCAF26FB90}"/>
    <dgm:cxn modelId="{0EE76F82-DB76-43EA-A06E-C873B8241F5E}" type="presOf" srcId="{F008D5F2-460C-4CA0-BAEE-CBF8106717AA}" destId="{B06FE61F-C50D-4D35-B4C7-127493740769}" srcOrd="0" destOrd="0" presId="urn:microsoft.com/office/officeart/2005/8/layout/hierarchy1"/>
    <dgm:cxn modelId="{D90B40CE-5333-4BC4-B59B-D0891596AA87}" srcId="{4D6557B0-D8D9-4152-B4C1-34E72FB4A23E}" destId="{F7024F2F-D86A-42D3-98D1-142AB55BB322}" srcOrd="2" destOrd="0" parTransId="{745EA970-88FF-4688-B20C-173327BEB735}" sibTransId="{E37FBE58-1607-4827-A880-9DD663813891}"/>
    <dgm:cxn modelId="{C3156FEB-0083-4B2F-BF6C-038FF30FFFBC}" type="presParOf" srcId="{84776A53-2EA2-4E26-876E-7023FB221699}" destId="{23D48322-33EC-4E60-B5E5-08C492097929}" srcOrd="0" destOrd="0" presId="urn:microsoft.com/office/officeart/2005/8/layout/hierarchy1"/>
    <dgm:cxn modelId="{103BA93B-DCA0-4E05-BE88-B8F609AD8E15}" type="presParOf" srcId="{23D48322-33EC-4E60-B5E5-08C492097929}" destId="{2414F831-44E0-4295-9999-FF173B8B589C}" srcOrd="0" destOrd="0" presId="urn:microsoft.com/office/officeart/2005/8/layout/hierarchy1"/>
    <dgm:cxn modelId="{184969B7-16F7-4018-BC5A-2BAD2523D178}" type="presParOf" srcId="{2414F831-44E0-4295-9999-FF173B8B589C}" destId="{5DF3E8AE-3719-4607-8B26-82AE027FE95C}" srcOrd="0" destOrd="0" presId="urn:microsoft.com/office/officeart/2005/8/layout/hierarchy1"/>
    <dgm:cxn modelId="{6B1AE3CC-7B71-4DB9-B63B-3FD77FEC0D49}" type="presParOf" srcId="{2414F831-44E0-4295-9999-FF173B8B589C}" destId="{B06FE61F-C50D-4D35-B4C7-127493740769}" srcOrd="1" destOrd="0" presId="urn:microsoft.com/office/officeart/2005/8/layout/hierarchy1"/>
    <dgm:cxn modelId="{2F7EFACB-B66D-415D-9423-8347ACCF3C90}" type="presParOf" srcId="{23D48322-33EC-4E60-B5E5-08C492097929}" destId="{49A8640E-3130-47B7-BF38-739BFF427DD6}" srcOrd="1" destOrd="0" presId="urn:microsoft.com/office/officeart/2005/8/layout/hierarchy1"/>
    <dgm:cxn modelId="{400F6917-531D-46A1-83D5-7D7A31145BA9}" type="presParOf" srcId="{84776A53-2EA2-4E26-876E-7023FB221699}" destId="{89EC8083-514C-46C6-9940-87972AEE196C}" srcOrd="1" destOrd="0" presId="urn:microsoft.com/office/officeart/2005/8/layout/hierarchy1"/>
    <dgm:cxn modelId="{2847D584-FB7A-4B62-8166-E7B15A7AE6EC}" type="presParOf" srcId="{89EC8083-514C-46C6-9940-87972AEE196C}" destId="{B54AD198-FB63-4F13-9CD3-618191410F90}" srcOrd="0" destOrd="0" presId="urn:microsoft.com/office/officeart/2005/8/layout/hierarchy1"/>
    <dgm:cxn modelId="{E8CDE0D2-0C0D-4EB7-AF93-5B8F24711466}" type="presParOf" srcId="{B54AD198-FB63-4F13-9CD3-618191410F90}" destId="{DF84663B-40BB-47FB-AF5D-3F5AC2697251}" srcOrd="0" destOrd="0" presId="urn:microsoft.com/office/officeart/2005/8/layout/hierarchy1"/>
    <dgm:cxn modelId="{D876F236-9D72-4421-A805-E35D54FA870E}" type="presParOf" srcId="{B54AD198-FB63-4F13-9CD3-618191410F90}" destId="{01DA7AD5-DB41-412F-9AC8-399588A31001}" srcOrd="1" destOrd="0" presId="urn:microsoft.com/office/officeart/2005/8/layout/hierarchy1"/>
    <dgm:cxn modelId="{B3BD0F29-3E17-467E-AE35-07A5A29D620C}" type="presParOf" srcId="{89EC8083-514C-46C6-9940-87972AEE196C}" destId="{1C5A8866-2995-4D53-959A-034186944BF6}" srcOrd="1" destOrd="0" presId="urn:microsoft.com/office/officeart/2005/8/layout/hierarchy1"/>
    <dgm:cxn modelId="{0DB3D073-D999-4BAE-9667-5A500B3A5F90}" type="presParOf" srcId="{84776A53-2EA2-4E26-876E-7023FB221699}" destId="{E146937A-1A51-4B0F-8869-883255D2B005}" srcOrd="2" destOrd="0" presId="urn:microsoft.com/office/officeart/2005/8/layout/hierarchy1"/>
    <dgm:cxn modelId="{85D9DFE9-1899-4D7B-9F0D-06037B2C9853}" type="presParOf" srcId="{E146937A-1A51-4B0F-8869-883255D2B005}" destId="{F7FAAD2A-9F35-4447-B352-B0A9C1EA4CBD}" srcOrd="0" destOrd="0" presId="urn:microsoft.com/office/officeart/2005/8/layout/hierarchy1"/>
    <dgm:cxn modelId="{3B59D334-FB9C-4791-9D9C-1D58950B4541}" type="presParOf" srcId="{F7FAAD2A-9F35-4447-B352-B0A9C1EA4CBD}" destId="{06574FF1-5B9A-437F-94E5-79CDCA7E3BAD}" srcOrd="0" destOrd="0" presId="urn:microsoft.com/office/officeart/2005/8/layout/hierarchy1"/>
    <dgm:cxn modelId="{2C9DF296-C90D-44E7-BDC2-2E9E49D46FDB}" type="presParOf" srcId="{F7FAAD2A-9F35-4447-B352-B0A9C1EA4CBD}" destId="{00373E97-1E22-4013-9EA7-05D8260C909A}" srcOrd="1" destOrd="0" presId="urn:microsoft.com/office/officeart/2005/8/layout/hierarchy1"/>
    <dgm:cxn modelId="{3EBDE6F4-8940-41C7-9458-A52028B925F1}" type="presParOf" srcId="{E146937A-1A51-4B0F-8869-883255D2B005}" destId="{FED426F4-FDDA-4EC7-8595-50D3056E57E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598BF0E0-27BF-4C5C-9CF5-6CA54A6D6835}">
      <dsp:nvSpPr>
        <dsp:cNvPr id="3" name="Rounded Rectangle 2"/>
        <dsp:cNvSpPr/>
      </dsp:nvSpPr>
      <dsp:spPr bwMode="white">
        <a:xfrm>
          <a:off x="0" y="0"/>
          <a:ext cx="10515600" cy="916071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0"/>
        <a:ext cx="10515600" cy="916071"/>
      </dsp:txXfrm>
    </dsp:sp>
    <dsp:sp modelId="{BE61B9CB-DD1F-4A21-8A3B-B7255671B9C1}">
      <dsp:nvSpPr>
        <dsp:cNvPr id="4" name="Rectangle 3"/>
        <dsp:cNvSpPr/>
      </dsp:nvSpPr>
      <dsp:spPr bwMode="white">
        <a:xfrm>
          <a:off x="277112" y="206116"/>
          <a:ext cx="503839" cy="503839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77112" y="206116"/>
        <a:ext cx="503839" cy="503839"/>
      </dsp:txXfrm>
    </dsp:sp>
    <dsp:sp modelId="{78D38E41-93E3-4E7E-A4D7-7D022A659342}">
      <dsp:nvSpPr>
        <dsp:cNvPr id="5" name="Rectangle 4"/>
        <dsp:cNvSpPr/>
      </dsp:nvSpPr>
      <dsp:spPr bwMode="white">
        <a:xfrm>
          <a:off x="1058062" y="0"/>
          <a:ext cx="9457538" cy="91607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6950" tIns="96950" rIns="96950" bIns="96950" anchor="ctr"/>
        <a:lstStyle>
          <a:lvl1pPr algn="l">
            <a:defRPr sz="24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>
              <a:solidFill>
                <a:schemeClr val="tx1"/>
              </a:solidFill>
            </a:rPr>
            <a:t>Analyze loan portfolio performance and lending operations.</a:t>
          </a:r>
          <a:endParaRPr lang="en-US">
            <a:solidFill>
              <a:schemeClr val="tx1"/>
            </a:solidFill>
          </a:endParaRPr>
        </a:p>
      </dsp:txBody>
      <dsp:txXfrm>
        <a:off x="1058062" y="0"/>
        <a:ext cx="9457538" cy="916071"/>
      </dsp:txXfrm>
    </dsp:sp>
    <dsp:sp modelId="{A57265F5-B0A6-4C0B-BEA5-BF62E5F9AEF8}">
      <dsp:nvSpPr>
        <dsp:cNvPr id="6" name="Rounded Rectangle 5"/>
        <dsp:cNvSpPr/>
      </dsp:nvSpPr>
      <dsp:spPr bwMode="white">
        <a:xfrm>
          <a:off x="0" y="1145089"/>
          <a:ext cx="10515600" cy="916071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1145089"/>
        <a:ext cx="10515600" cy="916071"/>
      </dsp:txXfrm>
    </dsp:sp>
    <dsp:sp modelId="{631B6544-6B81-4A13-A64E-2BFB88E97EA3}">
      <dsp:nvSpPr>
        <dsp:cNvPr id="7" name="Rectangle 6"/>
        <dsp:cNvSpPr/>
      </dsp:nvSpPr>
      <dsp:spPr bwMode="white">
        <a:xfrm>
          <a:off x="277112" y="1351205"/>
          <a:ext cx="503839" cy="503839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77112" y="1351205"/>
        <a:ext cx="503839" cy="503839"/>
      </dsp:txXfrm>
    </dsp:sp>
    <dsp:sp modelId="{DAE74CFF-CB23-4D4A-A86A-8C7CF4289BDC}">
      <dsp:nvSpPr>
        <dsp:cNvPr id="8" name="Rectangle 7"/>
        <dsp:cNvSpPr/>
      </dsp:nvSpPr>
      <dsp:spPr bwMode="white">
        <a:xfrm>
          <a:off x="1058062" y="1145089"/>
          <a:ext cx="9457538" cy="91607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6950" tIns="96950" rIns="96950" bIns="96950" anchor="ctr"/>
        <a:lstStyle>
          <a:lvl1pPr algn="l">
            <a:defRPr sz="24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>
              <a:solidFill>
                <a:schemeClr val="tx1"/>
              </a:solidFill>
            </a:rPr>
            <a:t>Track Good vs Bad Loans and repayment behavior.</a:t>
          </a:r>
          <a:endParaRPr lang="en-US">
            <a:solidFill>
              <a:schemeClr val="tx1"/>
            </a:solidFill>
          </a:endParaRPr>
        </a:p>
      </dsp:txBody>
      <dsp:txXfrm>
        <a:off x="1058062" y="1145089"/>
        <a:ext cx="9457538" cy="916071"/>
      </dsp:txXfrm>
    </dsp:sp>
    <dsp:sp modelId="{7B985B23-498C-4EFC-A25A-EBFDAAC7A1B8}">
      <dsp:nvSpPr>
        <dsp:cNvPr id="9" name="Rounded Rectangle 8"/>
        <dsp:cNvSpPr/>
      </dsp:nvSpPr>
      <dsp:spPr bwMode="white">
        <a:xfrm>
          <a:off x="0" y="2290178"/>
          <a:ext cx="10515600" cy="916071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2290178"/>
        <a:ext cx="10515600" cy="916071"/>
      </dsp:txXfrm>
    </dsp:sp>
    <dsp:sp modelId="{3F495259-D6C6-4D7D-9E54-36C7FDC20168}">
      <dsp:nvSpPr>
        <dsp:cNvPr id="10" name="Rectangle 9"/>
        <dsp:cNvSpPr/>
      </dsp:nvSpPr>
      <dsp:spPr bwMode="white">
        <a:xfrm>
          <a:off x="277112" y="2496294"/>
          <a:ext cx="503839" cy="503839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77112" y="2496294"/>
        <a:ext cx="503839" cy="503839"/>
      </dsp:txXfrm>
    </dsp:sp>
    <dsp:sp modelId="{A71B998A-9802-4956-974E-F050FEF9C82A}">
      <dsp:nvSpPr>
        <dsp:cNvPr id="11" name="Rectangle 10"/>
        <dsp:cNvSpPr/>
      </dsp:nvSpPr>
      <dsp:spPr bwMode="white">
        <a:xfrm>
          <a:off x="1058062" y="2290178"/>
          <a:ext cx="9457538" cy="91607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6950" tIns="96950" rIns="96950" bIns="96950" anchor="ctr"/>
        <a:lstStyle>
          <a:lvl1pPr algn="l">
            <a:defRPr sz="24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>
              <a:solidFill>
                <a:schemeClr val="tx1"/>
              </a:solidFill>
            </a:rPr>
            <a:t>Monitor KPIs like funded amount, repayments, interest rate, and DTI.</a:t>
          </a:r>
          <a:endParaRPr lang="en-US">
            <a:solidFill>
              <a:schemeClr val="tx1"/>
            </a:solidFill>
          </a:endParaRPr>
        </a:p>
      </dsp:txBody>
      <dsp:txXfrm>
        <a:off x="1058062" y="2290178"/>
        <a:ext cx="9457538" cy="916071"/>
      </dsp:txXfrm>
    </dsp:sp>
    <dsp:sp modelId="{2A3452D7-5CC6-4928-BA29-7004C53BAD49}">
      <dsp:nvSpPr>
        <dsp:cNvPr id="12" name="Rounded Rectangle 11"/>
        <dsp:cNvSpPr/>
      </dsp:nvSpPr>
      <dsp:spPr bwMode="white">
        <a:xfrm>
          <a:off x="0" y="3435267"/>
          <a:ext cx="10515600" cy="916071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3435267"/>
        <a:ext cx="10515600" cy="916071"/>
      </dsp:txXfrm>
    </dsp:sp>
    <dsp:sp modelId="{A6964EFF-3E41-44ED-8FB0-48CBADAE4F93}">
      <dsp:nvSpPr>
        <dsp:cNvPr id="13" name="Rectangle 12"/>
        <dsp:cNvSpPr/>
      </dsp:nvSpPr>
      <dsp:spPr bwMode="white">
        <a:xfrm>
          <a:off x="277112" y="3641383"/>
          <a:ext cx="503839" cy="503839"/>
        </a:xfrm>
        <a:prstGeom prst="rect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77112" y="3641383"/>
        <a:ext cx="503839" cy="503839"/>
      </dsp:txXfrm>
    </dsp:sp>
    <dsp:sp modelId="{F7C31FC9-432D-403B-8DC7-61BDF5869A3E}">
      <dsp:nvSpPr>
        <dsp:cNvPr id="14" name="Rectangle 13"/>
        <dsp:cNvSpPr/>
      </dsp:nvSpPr>
      <dsp:spPr bwMode="white">
        <a:xfrm>
          <a:off x="1058062" y="3435267"/>
          <a:ext cx="9457538" cy="916071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6950" tIns="96950" rIns="96950" bIns="96950" anchor="ctr"/>
        <a:lstStyle>
          <a:lvl1pPr algn="l">
            <a:defRPr sz="2400"/>
          </a:lvl1pPr>
          <a:lvl2pPr marL="171450" indent="-171450" algn="l">
            <a:defRPr sz="1800"/>
          </a:lvl2pPr>
          <a:lvl3pPr marL="342900" indent="-171450" algn="l">
            <a:defRPr sz="1800"/>
          </a:lvl3pPr>
          <a:lvl4pPr marL="514350" indent="-171450" algn="l">
            <a:defRPr sz="1800"/>
          </a:lvl4pPr>
          <a:lvl5pPr marL="685800" indent="-171450" algn="l">
            <a:defRPr sz="1800"/>
          </a:lvl5pPr>
          <a:lvl6pPr marL="857250" indent="-171450" algn="l">
            <a:defRPr sz="1800"/>
          </a:lvl6pPr>
          <a:lvl7pPr marL="1028700" indent="-171450" algn="l">
            <a:defRPr sz="1800"/>
          </a:lvl7pPr>
          <a:lvl8pPr marL="1200150" indent="-171450" algn="l">
            <a:defRPr sz="1800"/>
          </a:lvl8pPr>
          <a:lvl9pPr marL="1371600" indent="-171450" algn="l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>
              <a:solidFill>
                <a:schemeClr val="tx1"/>
              </a:solidFill>
            </a:rPr>
            <a:t>Build an interactive Power BI dashboard for portfolio insights.</a:t>
          </a:r>
          <a:endParaRPr lang="en-US">
            <a:solidFill>
              <a:schemeClr val="tx1"/>
            </a:solidFill>
          </a:endParaRPr>
        </a:p>
      </dsp:txBody>
      <dsp:txXfrm>
        <a:off x="1058062" y="3435267"/>
        <a:ext cx="9457538" cy="9160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5624195"/>
        <a:chOff x="0" y="0"/>
        <a:chExt cx="10515600" cy="5624195"/>
      </a:xfrm>
    </dsp:grpSpPr>
    <dsp:sp modelId="{7686E353-8FA9-4000-9DE8-B6E051D92A51}">
      <dsp:nvSpPr>
        <dsp:cNvPr id="5" name="Rectangle 4"/>
        <dsp:cNvSpPr/>
      </dsp:nvSpPr>
      <dsp:spPr bwMode="white">
        <a:xfrm>
          <a:off x="0" y="402600"/>
          <a:ext cx="10515600" cy="70421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dirty="0">
              <a:solidFill>
                <a:schemeClr val="dk1"/>
              </a:solidFill>
            </a:rPr>
            <a:t>We need to calculate the total number of loan applications received during a specified period. </a:t>
          </a:r>
          <a:endParaRPr lang="en-US" dirty="0">
            <a:solidFill>
              <a:schemeClr val="dk1"/>
            </a:solidFill>
          </a:endParaRPr>
        </a:p>
      </dsp:txBody>
      <dsp:txXfrm>
        <a:off x="0" y="402600"/>
        <a:ext cx="10515600" cy="704215"/>
      </dsp:txXfrm>
    </dsp:sp>
    <dsp:sp modelId="{DE14179B-65CF-438C-BAE1-82E8B7D1ACB7}">
      <dsp:nvSpPr>
        <dsp:cNvPr id="4" name="Rounded Rectangle 3"/>
        <dsp:cNvSpPr/>
      </dsp:nvSpPr>
      <dsp:spPr bwMode="white">
        <a:xfrm>
          <a:off x="525780" y="166440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1" dirty="0"/>
            <a:t>Total Loan </a:t>
          </a:r>
          <a:r>
            <a:rPr lang="en-IN" b="1"/>
            <a:t>Applications:</a:t>
          </a:r>
          <a:endParaRPr lang="en-US" dirty="0"/>
        </a:p>
      </dsp:txBody>
      <dsp:txXfrm>
        <a:off x="525780" y="166440"/>
        <a:ext cx="7360920" cy="472320"/>
      </dsp:txXfrm>
    </dsp:sp>
    <dsp:sp modelId="{139E1B45-F460-4288-9469-AC25BDA77579}">
      <dsp:nvSpPr>
        <dsp:cNvPr id="8" name="Rectangle 7"/>
        <dsp:cNvSpPr/>
      </dsp:nvSpPr>
      <dsp:spPr bwMode="white">
        <a:xfrm>
          <a:off x="0" y="1429375"/>
          <a:ext cx="10515600" cy="70421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+mj-lt"/>
            <a:buChar char="•"/>
          </a:pPr>
          <a:r>
            <a:rPr lang="en-IN" dirty="0">
              <a:solidFill>
                <a:schemeClr val="dk1"/>
              </a:solidFill>
            </a:rPr>
            <a:t>Understanding the total amount of funds disbursed as loans is crucial. </a:t>
          </a:r>
          <a:endParaRPr>
            <a:solidFill>
              <a:schemeClr val="dk1"/>
            </a:solidFill>
          </a:endParaRPr>
        </a:p>
      </dsp:txBody>
      <dsp:txXfrm>
        <a:off x="0" y="1429375"/>
        <a:ext cx="10515600" cy="704215"/>
      </dsp:txXfrm>
    </dsp:sp>
    <dsp:sp modelId="{7AAB159B-3B24-49CC-B3B5-8BC5C0C7F737}">
      <dsp:nvSpPr>
        <dsp:cNvPr id="7" name="Rounded Rectangle 6"/>
        <dsp:cNvSpPr/>
      </dsp:nvSpPr>
      <dsp:spPr bwMode="white">
        <a:xfrm>
          <a:off x="525780" y="1193215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IN" b="1" dirty="0"/>
            <a:t>Total Funded </a:t>
          </a:r>
          <a:r>
            <a:rPr lang="en-IN" b="1"/>
            <a:t>Amount:</a:t>
          </a:r>
          <a:endParaRPr lang="en-IN" dirty="0"/>
        </a:p>
      </dsp:txBody>
      <dsp:txXfrm>
        <a:off x="525780" y="1193215"/>
        <a:ext cx="7360920" cy="472320"/>
      </dsp:txXfrm>
    </dsp:sp>
    <dsp:sp modelId="{64B96FF1-DF85-4D2D-BE2B-3111558B002E}">
      <dsp:nvSpPr>
        <dsp:cNvPr id="11" name="Rectangle 10"/>
        <dsp:cNvSpPr/>
      </dsp:nvSpPr>
      <dsp:spPr bwMode="white">
        <a:xfrm>
          <a:off x="0" y="2456150"/>
          <a:ext cx="10515600" cy="94805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+mj-lt"/>
            <a:buChar char="•"/>
          </a:pPr>
          <a:r>
            <a:rPr lang="en-IN" dirty="0">
              <a:solidFill>
                <a:schemeClr val="dk1"/>
              </a:solidFill>
            </a:rPr>
            <a:t>Tracking the total amount received from borrowers is essential for assessing the bank's cash flow and loan repayment. </a:t>
          </a:r>
          <a:endParaRPr>
            <a:solidFill>
              <a:schemeClr val="dk1"/>
            </a:solidFill>
          </a:endParaRPr>
        </a:p>
      </dsp:txBody>
      <dsp:txXfrm>
        <a:off x="0" y="2456150"/>
        <a:ext cx="10515600" cy="948055"/>
      </dsp:txXfrm>
    </dsp:sp>
    <dsp:sp modelId="{6C96FD63-85DD-499B-BD96-B51A9A273FA3}">
      <dsp:nvSpPr>
        <dsp:cNvPr id="10" name="Rounded Rectangle 9"/>
        <dsp:cNvSpPr/>
      </dsp:nvSpPr>
      <dsp:spPr bwMode="white">
        <a:xfrm>
          <a:off x="525780" y="2219990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IN" b="1" dirty="0"/>
            <a:t>Total Amount Received:</a:t>
          </a:r>
          <a:endParaRPr lang="en-IN" dirty="0"/>
        </a:p>
      </dsp:txBody>
      <dsp:txXfrm>
        <a:off x="525780" y="2219990"/>
        <a:ext cx="7360920" cy="472320"/>
      </dsp:txXfrm>
    </dsp:sp>
    <dsp:sp modelId="{96723BCF-1B91-46C1-A260-CB244CAFE30D}">
      <dsp:nvSpPr>
        <dsp:cNvPr id="14" name="Rectangle 13"/>
        <dsp:cNvSpPr/>
      </dsp:nvSpPr>
      <dsp:spPr bwMode="white">
        <a:xfrm>
          <a:off x="0" y="3726765"/>
          <a:ext cx="10515600" cy="70421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+mj-lt"/>
            <a:buChar char="•"/>
          </a:pPr>
          <a:r>
            <a:rPr lang="en-IN" dirty="0">
              <a:solidFill>
                <a:schemeClr val="dk1"/>
              </a:solidFill>
            </a:rPr>
            <a:t>Calculating the average interest rate across all loans.</a:t>
          </a:r>
          <a:endParaRPr>
            <a:solidFill>
              <a:schemeClr val="dk1"/>
            </a:solidFill>
          </a:endParaRPr>
        </a:p>
      </dsp:txBody>
      <dsp:txXfrm>
        <a:off x="0" y="3726765"/>
        <a:ext cx="10515600" cy="704215"/>
      </dsp:txXfrm>
    </dsp:sp>
    <dsp:sp modelId="{E4A8B0D6-1567-4440-B92A-D94CBED126AD}">
      <dsp:nvSpPr>
        <dsp:cNvPr id="13" name="Rounded Rectangle 12"/>
        <dsp:cNvSpPr/>
      </dsp:nvSpPr>
      <dsp:spPr bwMode="white">
        <a:xfrm>
          <a:off x="525780" y="3490605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IN" b="1" dirty="0"/>
            <a:t>Average Interest Rate:</a:t>
          </a:r>
          <a:endParaRPr lang="en-IN" dirty="0"/>
        </a:p>
      </dsp:txBody>
      <dsp:txXfrm>
        <a:off x="525780" y="3490605"/>
        <a:ext cx="7360920" cy="472320"/>
      </dsp:txXfrm>
    </dsp:sp>
    <dsp:sp modelId="{A6993E75-0DA6-494D-9450-88118968A943}">
      <dsp:nvSpPr>
        <dsp:cNvPr id="17" name="Rectangle 16"/>
        <dsp:cNvSpPr/>
      </dsp:nvSpPr>
      <dsp:spPr bwMode="white">
        <a:xfrm>
          <a:off x="0" y="4753540"/>
          <a:ext cx="10515600" cy="704215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816127" tIns="333248" rIns="81612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+mj-lt"/>
            <a:buChar char="•"/>
          </a:pPr>
          <a:r>
            <a:rPr lang="en-IN" dirty="0">
              <a:solidFill>
                <a:schemeClr val="dk1"/>
              </a:solidFill>
            </a:rPr>
            <a:t>Evaluating the average DTI for our borrowers helps us gauge their financial health. </a:t>
          </a:r>
          <a:endParaRPr>
            <a:solidFill>
              <a:schemeClr val="dk1"/>
            </a:solidFill>
          </a:endParaRPr>
        </a:p>
      </dsp:txBody>
      <dsp:txXfrm>
        <a:off x="0" y="4753540"/>
        <a:ext cx="10515600" cy="704215"/>
      </dsp:txXfrm>
    </dsp:sp>
    <dsp:sp modelId="{C91851BD-77F4-47E0-923B-6B8CFEBFE457}">
      <dsp:nvSpPr>
        <dsp:cNvPr id="16" name="Rounded Rectangle 15"/>
        <dsp:cNvSpPr/>
      </dsp:nvSpPr>
      <dsp:spPr bwMode="white">
        <a:xfrm>
          <a:off x="525780" y="4517380"/>
          <a:ext cx="7360920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78225" tIns="0" rIns="278225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IN" b="1" dirty="0"/>
            <a:t>Average Debt-to-Income Ratio (DTI):</a:t>
          </a:r>
          <a:endParaRPr lang="en-IN" dirty="0"/>
        </a:p>
      </dsp:txBody>
      <dsp:txXfrm>
        <a:off x="525780" y="4517380"/>
        <a:ext cx="7360920" cy="472320"/>
      </dsp:txXfrm>
    </dsp:sp>
    <dsp:sp modelId="{26CF560F-834D-4340-A254-A46AA28CA561}">
      <dsp:nvSpPr>
        <dsp:cNvPr id="3" name="Rectangle 2" hidden="1"/>
        <dsp:cNvSpPr/>
      </dsp:nvSpPr>
      <dsp:spPr>
        <a:xfrm>
          <a:off x="0" y="166440"/>
          <a:ext cx="525780" cy="472320"/>
        </a:xfrm>
        <a:prstGeom prst="rect">
          <a:avLst/>
        </a:prstGeom>
      </dsp:spPr>
      <dsp:txXfrm>
        <a:off x="0" y="166440"/>
        <a:ext cx="525780" cy="472320"/>
      </dsp:txXfrm>
    </dsp:sp>
    <dsp:sp modelId="{0A2EF939-A076-408B-9CAA-4437C0E6AC75}">
      <dsp:nvSpPr>
        <dsp:cNvPr id="6" name="Rectangle 5" hidden="1"/>
        <dsp:cNvSpPr/>
      </dsp:nvSpPr>
      <dsp:spPr>
        <a:xfrm>
          <a:off x="0" y="1193215"/>
          <a:ext cx="525780" cy="472320"/>
        </a:xfrm>
        <a:prstGeom prst="rect">
          <a:avLst/>
        </a:prstGeom>
      </dsp:spPr>
      <dsp:txXfrm>
        <a:off x="0" y="1193215"/>
        <a:ext cx="525780" cy="472320"/>
      </dsp:txXfrm>
    </dsp:sp>
    <dsp:sp modelId="{52DB0F54-9D57-4BC4-BBCD-89CE1F09215A}">
      <dsp:nvSpPr>
        <dsp:cNvPr id="9" name="Rectangle 8" hidden="1"/>
        <dsp:cNvSpPr/>
      </dsp:nvSpPr>
      <dsp:spPr>
        <a:xfrm>
          <a:off x="0" y="2219990"/>
          <a:ext cx="525780" cy="472320"/>
        </a:xfrm>
        <a:prstGeom prst="rect">
          <a:avLst/>
        </a:prstGeom>
      </dsp:spPr>
      <dsp:txXfrm>
        <a:off x="0" y="2219990"/>
        <a:ext cx="525780" cy="472320"/>
      </dsp:txXfrm>
    </dsp:sp>
    <dsp:sp modelId="{AE5EFEA7-20A6-45CD-B24B-7128B55CF170}">
      <dsp:nvSpPr>
        <dsp:cNvPr id="12" name="Rectangle 11" hidden="1"/>
        <dsp:cNvSpPr/>
      </dsp:nvSpPr>
      <dsp:spPr>
        <a:xfrm>
          <a:off x="0" y="3490605"/>
          <a:ext cx="525780" cy="472320"/>
        </a:xfrm>
        <a:prstGeom prst="rect">
          <a:avLst/>
        </a:prstGeom>
      </dsp:spPr>
      <dsp:txXfrm>
        <a:off x="0" y="3490605"/>
        <a:ext cx="525780" cy="472320"/>
      </dsp:txXfrm>
    </dsp:sp>
    <dsp:sp modelId="{01F8325D-F033-4186-981B-6E80F04E4E6B}">
      <dsp:nvSpPr>
        <dsp:cNvPr id="15" name="Rectangle 14" hidden="1"/>
        <dsp:cNvSpPr/>
      </dsp:nvSpPr>
      <dsp:spPr>
        <a:xfrm>
          <a:off x="0" y="4517380"/>
          <a:ext cx="525780" cy="472320"/>
        </a:xfrm>
        <a:prstGeom prst="rect">
          <a:avLst/>
        </a:prstGeom>
      </dsp:spPr>
      <dsp:txXfrm>
        <a:off x="0" y="4517380"/>
        <a:ext cx="525780" cy="4723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EACDA63D-923E-4F43-8E0C-D839899E1440}">
      <dsp:nvSpPr>
        <dsp:cNvPr id="3" name="Straight Connector 2"/>
        <dsp:cNvSpPr/>
      </dsp:nvSpPr>
      <dsp:spPr bwMode="white">
        <a:xfrm>
          <a:off x="0" y="0"/>
          <a:ext cx="10515600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10515600" cy="0"/>
      </dsp:txXfrm>
    </dsp:sp>
    <dsp:sp modelId="{81CDA5A4-3015-475A-8575-9DF295BE41F5}">
      <dsp:nvSpPr>
        <dsp:cNvPr id="4" name="Rectangle 3"/>
        <dsp:cNvSpPr/>
      </dsp:nvSpPr>
      <dsp:spPr bwMode="white">
        <a:xfrm>
          <a:off x="0" y="0"/>
          <a:ext cx="10515600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14300" tIns="114300" rIns="114300" bIns="114300" anchor="t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Donut Chart – Good Loan Applications</a:t>
          </a:r>
          <a:endParaRPr>
            <a:solidFill>
              <a:schemeClr val="tx1"/>
            </a:solidFill>
          </a:endParaRPr>
        </a:p>
      </dsp:txBody>
      <dsp:txXfrm>
        <a:off x="0" y="0"/>
        <a:ext cx="10515600" cy="725223"/>
      </dsp:txXfrm>
    </dsp:sp>
    <dsp:sp modelId="{3A36C393-F240-4CE7-82F5-2EA69506EFB8}">
      <dsp:nvSpPr>
        <dsp:cNvPr id="5" name="Straight Connector 4"/>
        <dsp:cNvSpPr/>
      </dsp:nvSpPr>
      <dsp:spPr bwMode="white">
        <a:xfrm>
          <a:off x="0" y="725223"/>
          <a:ext cx="10515600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725223"/>
        <a:ext cx="10515600" cy="0"/>
      </dsp:txXfrm>
    </dsp:sp>
    <dsp:sp modelId="{349081DB-3C1D-4569-ADC4-C74745CD1B6D}">
      <dsp:nvSpPr>
        <dsp:cNvPr id="6" name="Rectangle 5"/>
        <dsp:cNvSpPr/>
      </dsp:nvSpPr>
      <dsp:spPr bwMode="white">
        <a:xfrm>
          <a:off x="0" y="725223"/>
          <a:ext cx="10515600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14300" tIns="114300" rIns="114300" bIns="114300" anchor="t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Donut Chart – Bad Loan Applications</a:t>
          </a:r>
          <a:endParaRPr>
            <a:solidFill>
              <a:schemeClr val="tx1"/>
            </a:solidFill>
          </a:endParaRPr>
        </a:p>
      </dsp:txBody>
      <dsp:txXfrm>
        <a:off x="0" y="725223"/>
        <a:ext cx="10515600" cy="725223"/>
      </dsp:txXfrm>
    </dsp:sp>
    <dsp:sp modelId="{09868988-F083-4DA5-BFE8-35985BE08B13}">
      <dsp:nvSpPr>
        <dsp:cNvPr id="7" name="Straight Connector 6"/>
        <dsp:cNvSpPr/>
      </dsp:nvSpPr>
      <dsp:spPr bwMode="white">
        <a:xfrm>
          <a:off x="0" y="1450446"/>
          <a:ext cx="10515600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450446"/>
        <a:ext cx="10515600" cy="0"/>
      </dsp:txXfrm>
    </dsp:sp>
    <dsp:sp modelId="{11A5F3C5-7B12-4A8A-9E0A-B09E19B562B0}">
      <dsp:nvSpPr>
        <dsp:cNvPr id="8" name="Rectangle 7"/>
        <dsp:cNvSpPr/>
      </dsp:nvSpPr>
      <dsp:spPr bwMode="white">
        <a:xfrm>
          <a:off x="0" y="1450446"/>
          <a:ext cx="10515600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14300" tIns="114300" rIns="114300" bIns="114300" anchor="t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Funded Amount vs Repayment by Loan Status</a:t>
          </a:r>
          <a:endParaRPr>
            <a:solidFill>
              <a:schemeClr val="tx1"/>
            </a:solidFill>
          </a:endParaRPr>
        </a:p>
      </dsp:txBody>
      <dsp:txXfrm>
        <a:off x="0" y="1450446"/>
        <a:ext cx="10515600" cy="725223"/>
      </dsp:txXfrm>
    </dsp:sp>
    <dsp:sp modelId="{734BA169-78A9-449C-9FF8-262FCAC42574}">
      <dsp:nvSpPr>
        <dsp:cNvPr id="9" name="Straight Connector 8"/>
        <dsp:cNvSpPr/>
      </dsp:nvSpPr>
      <dsp:spPr bwMode="white">
        <a:xfrm>
          <a:off x="0" y="2175669"/>
          <a:ext cx="10515600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2175669"/>
        <a:ext cx="10515600" cy="0"/>
      </dsp:txXfrm>
    </dsp:sp>
    <dsp:sp modelId="{E9C0A4E9-BC3A-47BE-B24E-C1E8043AC531}">
      <dsp:nvSpPr>
        <dsp:cNvPr id="10" name="Rectangle 9"/>
        <dsp:cNvSpPr/>
      </dsp:nvSpPr>
      <dsp:spPr bwMode="white">
        <a:xfrm>
          <a:off x="0" y="2175669"/>
          <a:ext cx="10515600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14300" tIns="114300" rIns="114300" bIns="114300" anchor="t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Loan Status wise Loan Applications</a:t>
          </a:r>
          <a:endParaRPr>
            <a:solidFill>
              <a:schemeClr val="tx1"/>
            </a:solidFill>
          </a:endParaRPr>
        </a:p>
      </dsp:txBody>
      <dsp:txXfrm>
        <a:off x="0" y="2175669"/>
        <a:ext cx="10515600" cy="725223"/>
      </dsp:txXfrm>
    </dsp:sp>
    <dsp:sp modelId="{3B587A35-E1E9-487A-94C7-3A2A6246BF10}">
      <dsp:nvSpPr>
        <dsp:cNvPr id="11" name="Straight Connector 10"/>
        <dsp:cNvSpPr/>
      </dsp:nvSpPr>
      <dsp:spPr bwMode="white">
        <a:xfrm>
          <a:off x="0" y="2900892"/>
          <a:ext cx="10515600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2900892"/>
        <a:ext cx="10515600" cy="0"/>
      </dsp:txXfrm>
    </dsp:sp>
    <dsp:sp modelId="{41B5F761-695F-48A9-B3B1-23DC3888F96A}">
      <dsp:nvSpPr>
        <dsp:cNvPr id="12" name="Rectangle 11"/>
        <dsp:cNvSpPr/>
      </dsp:nvSpPr>
      <dsp:spPr bwMode="white">
        <a:xfrm>
          <a:off x="0" y="2900892"/>
          <a:ext cx="10515600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14300" tIns="114300" rIns="114300" bIns="114300" anchor="t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Average Interest Rate by Loan Status</a:t>
          </a:r>
          <a:endParaRPr>
            <a:solidFill>
              <a:schemeClr val="tx1"/>
            </a:solidFill>
          </a:endParaRPr>
        </a:p>
      </dsp:txBody>
      <dsp:txXfrm>
        <a:off x="0" y="2900892"/>
        <a:ext cx="10515600" cy="725223"/>
      </dsp:txXfrm>
    </dsp:sp>
    <dsp:sp modelId="{CD39F56E-499E-4297-8BB1-4EC8E17E3E62}">
      <dsp:nvSpPr>
        <dsp:cNvPr id="13" name="Straight Connector 12"/>
        <dsp:cNvSpPr/>
      </dsp:nvSpPr>
      <dsp:spPr bwMode="white">
        <a:xfrm>
          <a:off x="0" y="3626115"/>
          <a:ext cx="10515600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3626115"/>
        <a:ext cx="10515600" cy="0"/>
      </dsp:txXfrm>
    </dsp:sp>
    <dsp:sp modelId="{4059B15D-827E-461C-987E-7A8E84E0EA4F}">
      <dsp:nvSpPr>
        <dsp:cNvPr id="14" name="Rectangle 13"/>
        <dsp:cNvSpPr/>
      </dsp:nvSpPr>
      <dsp:spPr bwMode="white">
        <a:xfrm>
          <a:off x="0" y="3626115"/>
          <a:ext cx="10515600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14300" tIns="114300" rIns="114300" bIns="114300" anchor="t"/>
        <a:lstStyle>
          <a:lvl1pPr algn="l">
            <a:defRPr sz="3000"/>
          </a:lvl1pPr>
          <a:lvl2pPr marL="228600" indent="-228600" algn="l">
            <a:defRPr sz="2300"/>
          </a:lvl2pPr>
          <a:lvl3pPr marL="457200" indent="-228600" algn="l">
            <a:defRPr sz="2300"/>
          </a:lvl3pPr>
          <a:lvl4pPr marL="685800" indent="-228600" algn="l">
            <a:defRPr sz="2300"/>
          </a:lvl4pPr>
          <a:lvl5pPr marL="914400" indent="-228600" algn="l">
            <a:defRPr sz="2300"/>
          </a:lvl5pPr>
          <a:lvl6pPr marL="1143000" indent="-228600" algn="l">
            <a:defRPr sz="2300"/>
          </a:lvl6pPr>
          <a:lvl7pPr marL="1371600" indent="-228600" algn="l">
            <a:defRPr sz="2300"/>
          </a:lvl7pPr>
          <a:lvl8pPr marL="1600200" indent="-228600" algn="l">
            <a:defRPr sz="2300"/>
          </a:lvl8pPr>
          <a:lvl9pPr marL="1828800" indent="-228600" algn="l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Average DTI Ratio by Loan Status</a:t>
          </a:r>
          <a:endParaRPr>
            <a:solidFill>
              <a:schemeClr val="tx1"/>
            </a:solidFill>
          </a:endParaRPr>
        </a:p>
      </dsp:txBody>
      <dsp:txXfrm>
        <a:off x="0" y="3626115"/>
        <a:ext cx="10515600" cy="725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498654ED-E6D8-4A1A-A2AC-1954E1DC5171}">
      <dsp:nvSpPr>
        <dsp:cNvPr id="3" name="Rounded Rectangle 2"/>
        <dsp:cNvSpPr/>
      </dsp:nvSpPr>
      <dsp:spPr bwMode="white">
        <a:xfrm>
          <a:off x="0" y="0"/>
          <a:ext cx="10515600" cy="725223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0"/>
        <a:ext cx="10515600" cy="725223"/>
      </dsp:txXfrm>
    </dsp:sp>
    <dsp:sp modelId="{558E0374-78AB-4A6C-A66A-8776E222F331}">
      <dsp:nvSpPr>
        <dsp:cNvPr id="4" name="Rectangle 3"/>
        <dsp:cNvSpPr/>
      </dsp:nvSpPr>
      <dsp:spPr bwMode="white">
        <a:xfrm>
          <a:off x="219380" y="163175"/>
          <a:ext cx="398873" cy="398873"/>
        </a:xfrm>
        <a:prstGeom prst="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19380" y="163175"/>
        <a:ext cx="398873" cy="398873"/>
      </dsp:txXfrm>
    </dsp:sp>
    <dsp:sp modelId="{491B18E2-33F1-4D09-B956-657BB1FDA339}">
      <dsp:nvSpPr>
        <dsp:cNvPr id="5" name="Rectangle 4"/>
        <dsp:cNvSpPr/>
      </dsp:nvSpPr>
      <dsp:spPr bwMode="white">
        <a:xfrm>
          <a:off x="837633" y="0"/>
          <a:ext cx="9677967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752" tIns="76752" rIns="76752" bIns="76752" anchor="ctr"/>
        <a:lstStyle>
          <a:lvl1pPr algn="l">
            <a:defRPr sz="3500"/>
          </a:lvl1pPr>
          <a:lvl2pPr marL="228600" indent="-228600" algn="l">
            <a:defRPr sz="2700"/>
          </a:lvl2pPr>
          <a:lvl3pPr marL="457200" indent="-228600" algn="l">
            <a:defRPr sz="2700"/>
          </a:lvl3pPr>
          <a:lvl4pPr marL="685800" indent="-228600" algn="l">
            <a:defRPr sz="2700"/>
          </a:lvl4pPr>
          <a:lvl5pPr marL="914400" indent="-228600" algn="l">
            <a:defRPr sz="2700"/>
          </a:lvl5pPr>
          <a:lvl6pPr marL="1143000" indent="-228600" algn="l">
            <a:defRPr sz="2700"/>
          </a:lvl6pPr>
          <a:lvl7pPr marL="1371600" indent="-228600" algn="l">
            <a:defRPr sz="2700"/>
          </a:lvl7pPr>
          <a:lvl8pPr marL="1600200" indent="-228600" algn="l">
            <a:defRPr sz="2700"/>
          </a:lvl8pPr>
          <a:lvl9pPr marL="1828800" indent="-228600" algn="l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Line Chart – Monthly Loan Applications</a:t>
          </a:r>
          <a:endParaRPr>
            <a:solidFill>
              <a:schemeClr val="tx1"/>
            </a:solidFill>
          </a:endParaRPr>
        </a:p>
      </dsp:txBody>
      <dsp:txXfrm>
        <a:off x="837633" y="0"/>
        <a:ext cx="9677967" cy="725223"/>
      </dsp:txXfrm>
    </dsp:sp>
    <dsp:sp modelId="{53AA1357-90DA-4C02-9EBF-7BF45CEB996C}">
      <dsp:nvSpPr>
        <dsp:cNvPr id="6" name="Rounded Rectangle 5"/>
        <dsp:cNvSpPr/>
      </dsp:nvSpPr>
      <dsp:spPr bwMode="white">
        <a:xfrm>
          <a:off x="0" y="906529"/>
          <a:ext cx="10515600" cy="725223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906529"/>
        <a:ext cx="10515600" cy="725223"/>
      </dsp:txXfrm>
    </dsp:sp>
    <dsp:sp modelId="{A01FF41B-D62F-4EEE-A499-6D08B3E260A5}">
      <dsp:nvSpPr>
        <dsp:cNvPr id="7" name="Rectangle 6"/>
        <dsp:cNvSpPr/>
      </dsp:nvSpPr>
      <dsp:spPr bwMode="white">
        <a:xfrm>
          <a:off x="219380" y="1069704"/>
          <a:ext cx="398873" cy="398873"/>
        </a:xfrm>
        <a:prstGeom prst="rect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19380" y="1069704"/>
        <a:ext cx="398873" cy="398873"/>
      </dsp:txXfrm>
    </dsp:sp>
    <dsp:sp modelId="{3896BFED-D253-4258-BE47-5210CB871E0D}">
      <dsp:nvSpPr>
        <dsp:cNvPr id="8" name="Rectangle 7"/>
        <dsp:cNvSpPr/>
      </dsp:nvSpPr>
      <dsp:spPr bwMode="white">
        <a:xfrm>
          <a:off x="837633" y="906529"/>
          <a:ext cx="9677967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752" tIns="76752" rIns="76752" bIns="76752" anchor="ctr"/>
        <a:lstStyle>
          <a:lvl1pPr algn="l">
            <a:defRPr sz="3500"/>
          </a:lvl1pPr>
          <a:lvl2pPr marL="228600" indent="-228600" algn="l">
            <a:defRPr sz="2700"/>
          </a:lvl2pPr>
          <a:lvl3pPr marL="457200" indent="-228600" algn="l">
            <a:defRPr sz="2700"/>
          </a:lvl3pPr>
          <a:lvl4pPr marL="685800" indent="-228600" algn="l">
            <a:defRPr sz="2700"/>
          </a:lvl4pPr>
          <a:lvl5pPr marL="914400" indent="-228600" algn="l">
            <a:defRPr sz="2700"/>
          </a:lvl5pPr>
          <a:lvl6pPr marL="1143000" indent="-228600" algn="l">
            <a:defRPr sz="2700"/>
          </a:lvl6pPr>
          <a:lvl7pPr marL="1371600" indent="-228600" algn="l">
            <a:defRPr sz="2700"/>
          </a:lvl7pPr>
          <a:lvl8pPr marL="1600200" indent="-228600" algn="l">
            <a:defRPr sz="2700"/>
          </a:lvl8pPr>
          <a:lvl9pPr marL="1828800" indent="-228600" algn="l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Filled Map – Regional Analysis</a:t>
          </a:r>
          <a:endParaRPr>
            <a:solidFill>
              <a:schemeClr val="tx1"/>
            </a:solidFill>
          </a:endParaRPr>
        </a:p>
      </dsp:txBody>
      <dsp:txXfrm>
        <a:off x="837633" y="906529"/>
        <a:ext cx="9677967" cy="725223"/>
      </dsp:txXfrm>
    </dsp:sp>
    <dsp:sp modelId="{66BA9AAB-8527-47E8-82B4-5CDE7E31B2EC}">
      <dsp:nvSpPr>
        <dsp:cNvPr id="9" name="Rounded Rectangle 8"/>
        <dsp:cNvSpPr/>
      </dsp:nvSpPr>
      <dsp:spPr bwMode="white">
        <a:xfrm>
          <a:off x="0" y="1813058"/>
          <a:ext cx="10515600" cy="725223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1813058"/>
        <a:ext cx="10515600" cy="725223"/>
      </dsp:txXfrm>
    </dsp:sp>
    <dsp:sp modelId="{9AC2EC15-CF4C-4F52-9E23-A918E0CCD995}">
      <dsp:nvSpPr>
        <dsp:cNvPr id="10" name="Rectangle 9"/>
        <dsp:cNvSpPr/>
      </dsp:nvSpPr>
      <dsp:spPr bwMode="white">
        <a:xfrm>
          <a:off x="219380" y="1976233"/>
          <a:ext cx="398873" cy="398873"/>
        </a:xfrm>
        <a:prstGeom prst="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19380" y="1976233"/>
        <a:ext cx="398873" cy="398873"/>
      </dsp:txXfrm>
    </dsp:sp>
    <dsp:sp modelId="{32899BC4-1536-4706-9044-89A005B1F8DC}">
      <dsp:nvSpPr>
        <dsp:cNvPr id="11" name="Rectangle 10"/>
        <dsp:cNvSpPr/>
      </dsp:nvSpPr>
      <dsp:spPr bwMode="white">
        <a:xfrm>
          <a:off x="837633" y="1813058"/>
          <a:ext cx="9677967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752" tIns="76752" rIns="76752" bIns="76752" anchor="ctr"/>
        <a:lstStyle>
          <a:lvl1pPr algn="l">
            <a:defRPr sz="3500"/>
          </a:lvl1pPr>
          <a:lvl2pPr marL="228600" indent="-228600" algn="l">
            <a:defRPr sz="2700"/>
          </a:lvl2pPr>
          <a:lvl3pPr marL="457200" indent="-228600" algn="l">
            <a:defRPr sz="2700"/>
          </a:lvl3pPr>
          <a:lvl4pPr marL="685800" indent="-228600" algn="l">
            <a:defRPr sz="2700"/>
          </a:lvl4pPr>
          <a:lvl5pPr marL="914400" indent="-228600" algn="l">
            <a:defRPr sz="2700"/>
          </a:lvl5pPr>
          <a:lvl6pPr marL="1143000" indent="-228600" algn="l">
            <a:defRPr sz="2700"/>
          </a:lvl6pPr>
          <a:lvl7pPr marL="1371600" indent="-228600" algn="l">
            <a:defRPr sz="2700"/>
          </a:lvl7pPr>
          <a:lvl8pPr marL="1600200" indent="-228600" algn="l">
            <a:defRPr sz="2700"/>
          </a:lvl8pPr>
          <a:lvl9pPr marL="1828800" indent="-228600" algn="l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Donut Chart – Loan Term Analysis</a:t>
          </a:r>
          <a:endParaRPr>
            <a:solidFill>
              <a:schemeClr val="tx1"/>
            </a:solidFill>
          </a:endParaRPr>
        </a:p>
      </dsp:txBody>
      <dsp:txXfrm>
        <a:off x="837633" y="1813058"/>
        <a:ext cx="9677967" cy="725223"/>
      </dsp:txXfrm>
    </dsp:sp>
    <dsp:sp modelId="{08B36044-BAC8-42E4-B92C-CD3A5DF5777A}">
      <dsp:nvSpPr>
        <dsp:cNvPr id="12" name="Rounded Rectangle 11"/>
        <dsp:cNvSpPr/>
      </dsp:nvSpPr>
      <dsp:spPr bwMode="white">
        <a:xfrm>
          <a:off x="0" y="2719586"/>
          <a:ext cx="10515600" cy="725223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2719586"/>
        <a:ext cx="10515600" cy="725223"/>
      </dsp:txXfrm>
    </dsp:sp>
    <dsp:sp modelId="{8B71C003-A57C-4908-9F03-49DE848F6BBA}">
      <dsp:nvSpPr>
        <dsp:cNvPr id="13" name="Rectangle 12"/>
        <dsp:cNvSpPr/>
      </dsp:nvSpPr>
      <dsp:spPr bwMode="white">
        <a:xfrm>
          <a:off x="219380" y="2882761"/>
          <a:ext cx="398873" cy="398873"/>
        </a:xfrm>
        <a:prstGeom prst="rect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19380" y="2882761"/>
        <a:ext cx="398873" cy="398873"/>
      </dsp:txXfrm>
    </dsp:sp>
    <dsp:sp modelId="{D636A1F6-F147-4636-A451-4FF4B8D0BFE2}">
      <dsp:nvSpPr>
        <dsp:cNvPr id="14" name="Rectangle 13"/>
        <dsp:cNvSpPr/>
      </dsp:nvSpPr>
      <dsp:spPr bwMode="white">
        <a:xfrm>
          <a:off x="837633" y="2719586"/>
          <a:ext cx="9677967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752" tIns="76752" rIns="76752" bIns="76752" anchor="ctr"/>
        <a:lstStyle>
          <a:lvl1pPr algn="l">
            <a:defRPr sz="3500"/>
          </a:lvl1pPr>
          <a:lvl2pPr marL="228600" indent="-228600" algn="l">
            <a:defRPr sz="2700"/>
          </a:lvl2pPr>
          <a:lvl3pPr marL="457200" indent="-228600" algn="l">
            <a:defRPr sz="2700"/>
          </a:lvl3pPr>
          <a:lvl4pPr marL="685800" indent="-228600" algn="l">
            <a:defRPr sz="2700"/>
          </a:lvl4pPr>
          <a:lvl5pPr marL="914400" indent="-228600" algn="l">
            <a:defRPr sz="2700"/>
          </a:lvl5pPr>
          <a:lvl6pPr marL="1143000" indent="-228600" algn="l">
            <a:defRPr sz="2700"/>
          </a:lvl6pPr>
          <a:lvl7pPr marL="1371600" indent="-228600" algn="l">
            <a:defRPr sz="2700"/>
          </a:lvl7pPr>
          <a:lvl8pPr marL="1600200" indent="-228600" algn="l">
            <a:defRPr sz="2700"/>
          </a:lvl8pPr>
          <a:lvl9pPr marL="1828800" indent="-228600" algn="l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Bar Chart – Home Ownership Analysis</a:t>
          </a:r>
          <a:endParaRPr>
            <a:solidFill>
              <a:schemeClr val="tx1"/>
            </a:solidFill>
          </a:endParaRPr>
        </a:p>
      </dsp:txBody>
      <dsp:txXfrm>
        <a:off x="837633" y="2719586"/>
        <a:ext cx="9677967" cy="725223"/>
      </dsp:txXfrm>
    </dsp:sp>
    <dsp:sp modelId="{08A24AE5-164A-4F68-8FCA-AD2ADA154B07}">
      <dsp:nvSpPr>
        <dsp:cNvPr id="15" name="Rounded Rectangle 14"/>
        <dsp:cNvSpPr/>
      </dsp:nvSpPr>
      <dsp:spPr bwMode="white">
        <a:xfrm>
          <a:off x="0" y="3626115"/>
          <a:ext cx="10515600" cy="725223"/>
        </a:xfrm>
        <a:prstGeom prst="roundRect">
          <a:avLst>
            <a:gd name="adj" fmla="val 100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0" y="3626115"/>
        <a:ext cx="10515600" cy="725223"/>
      </dsp:txXfrm>
    </dsp:sp>
    <dsp:sp modelId="{278EBEA0-7FD6-4703-8E53-FD7DA887D1BD}">
      <dsp:nvSpPr>
        <dsp:cNvPr id="16" name="Rectangle 15"/>
        <dsp:cNvSpPr/>
      </dsp:nvSpPr>
      <dsp:spPr bwMode="white">
        <a:xfrm>
          <a:off x="219380" y="3789290"/>
          <a:ext cx="398873" cy="398873"/>
        </a:xfrm>
        <a:prstGeom prst="rect">
          <a:avLst/>
        </a:prstGeom>
        <a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219380" y="3789290"/>
        <a:ext cx="398873" cy="398873"/>
      </dsp:txXfrm>
    </dsp:sp>
    <dsp:sp modelId="{A7799CD8-8DF9-48C0-81C7-29F12152B957}">
      <dsp:nvSpPr>
        <dsp:cNvPr id="17" name="Rectangle 16"/>
        <dsp:cNvSpPr/>
      </dsp:nvSpPr>
      <dsp:spPr bwMode="white">
        <a:xfrm>
          <a:off x="837633" y="3626115"/>
          <a:ext cx="9677967" cy="72522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752" tIns="76752" rIns="76752" bIns="76752" anchor="ctr"/>
        <a:lstStyle>
          <a:lvl1pPr algn="l">
            <a:defRPr sz="3500"/>
          </a:lvl1pPr>
          <a:lvl2pPr marL="228600" indent="-228600" algn="l">
            <a:defRPr sz="2700"/>
          </a:lvl2pPr>
          <a:lvl3pPr marL="457200" indent="-228600" algn="l">
            <a:defRPr sz="2700"/>
          </a:lvl3pPr>
          <a:lvl4pPr marL="685800" indent="-228600" algn="l">
            <a:defRPr sz="2700"/>
          </a:lvl4pPr>
          <a:lvl5pPr marL="914400" indent="-228600" algn="l">
            <a:defRPr sz="2700"/>
          </a:lvl5pPr>
          <a:lvl6pPr marL="1143000" indent="-228600" algn="l">
            <a:defRPr sz="2700"/>
          </a:lvl6pPr>
          <a:lvl7pPr marL="1371600" indent="-228600" algn="l">
            <a:defRPr sz="2700"/>
          </a:lvl7pPr>
          <a:lvl8pPr marL="1600200" indent="-228600" algn="l">
            <a:defRPr sz="2700"/>
          </a:lvl8pPr>
          <a:lvl9pPr marL="1828800" indent="-228600" algn="l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tx1"/>
              </a:solidFill>
            </a:rPr>
            <a:t>Tree Map – Loan Purpose Breakdown</a:t>
          </a:r>
          <a:endParaRPr>
            <a:solidFill>
              <a:schemeClr val="tx1"/>
            </a:solidFill>
          </a:endParaRPr>
        </a:p>
      </dsp:txBody>
      <dsp:txXfrm>
        <a:off x="837633" y="3626115"/>
        <a:ext cx="9677967" cy="725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5DF3E8AE-3719-4607-8B26-82AE027FE95C}">
      <dsp:nvSpPr>
        <dsp:cNvPr id="3" name="Rounded Rectangle 2"/>
        <dsp:cNvSpPr/>
      </dsp:nvSpPr>
      <dsp:spPr bwMode="white">
        <a:xfrm>
          <a:off x="0" y="1080568"/>
          <a:ext cx="2957513" cy="18780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080568"/>
        <a:ext cx="2957513" cy="1878020"/>
      </dsp:txXfrm>
    </dsp:sp>
    <dsp:sp modelId="{B06FE61F-C50D-4D35-B4C7-127493740769}">
      <dsp:nvSpPr>
        <dsp:cNvPr id="4" name="Rounded Rectangle 3"/>
        <dsp:cNvSpPr/>
      </dsp:nvSpPr>
      <dsp:spPr bwMode="white">
        <a:xfrm>
          <a:off x="328613" y="1392750"/>
          <a:ext cx="2957513" cy="1878020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21920" tIns="121920" rIns="121920" bIns="1219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dk1"/>
              </a:solidFill>
            </a:rPr>
            <a:t>Filters Used: Purpose, Grade</a:t>
          </a:r>
          <a:endParaRPr>
            <a:solidFill>
              <a:schemeClr val="dk1"/>
            </a:solidFill>
          </a:endParaRPr>
        </a:p>
      </dsp:txBody>
      <dsp:txXfrm>
        <a:off x="328613" y="1392750"/>
        <a:ext cx="2957513" cy="1878020"/>
      </dsp:txXfrm>
    </dsp:sp>
    <dsp:sp modelId="{DF84663B-40BB-47FB-AF5D-3F5AC2697251}">
      <dsp:nvSpPr>
        <dsp:cNvPr id="5" name="Rounded Rectangle 4"/>
        <dsp:cNvSpPr/>
      </dsp:nvSpPr>
      <dsp:spPr bwMode="white">
        <a:xfrm>
          <a:off x="3614738" y="1080568"/>
          <a:ext cx="2957513" cy="18780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3614738" y="1080568"/>
        <a:ext cx="2957513" cy="1878020"/>
      </dsp:txXfrm>
    </dsp:sp>
    <dsp:sp modelId="{01DA7AD5-DB41-412F-9AC8-399588A31001}">
      <dsp:nvSpPr>
        <dsp:cNvPr id="6" name="Rounded Rectangle 5"/>
        <dsp:cNvSpPr/>
      </dsp:nvSpPr>
      <dsp:spPr bwMode="white">
        <a:xfrm>
          <a:off x="3943350" y="1392750"/>
          <a:ext cx="2957513" cy="1878020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21920" tIns="121920" rIns="121920" bIns="1219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dk1"/>
              </a:solidFill>
            </a:rPr>
            <a:t>Page Navigation Buttons</a:t>
          </a:r>
          <a:endParaRPr>
            <a:solidFill>
              <a:schemeClr val="dk1"/>
            </a:solidFill>
          </a:endParaRPr>
        </a:p>
      </dsp:txBody>
      <dsp:txXfrm>
        <a:off x="3943350" y="1392750"/>
        <a:ext cx="2957513" cy="1878020"/>
      </dsp:txXfrm>
    </dsp:sp>
    <dsp:sp modelId="{06574FF1-5B9A-437F-94E5-79CDCA7E3BAD}">
      <dsp:nvSpPr>
        <dsp:cNvPr id="7" name="Rounded Rectangle 6"/>
        <dsp:cNvSpPr/>
      </dsp:nvSpPr>
      <dsp:spPr bwMode="white">
        <a:xfrm>
          <a:off x="7229475" y="1080568"/>
          <a:ext cx="2957513" cy="187802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7229475" y="1080568"/>
        <a:ext cx="2957513" cy="1878020"/>
      </dsp:txXfrm>
    </dsp:sp>
    <dsp:sp modelId="{00373E97-1E22-4013-9EA7-05D8260C909A}">
      <dsp:nvSpPr>
        <dsp:cNvPr id="8" name="Rounded Rectangle 7"/>
        <dsp:cNvSpPr/>
      </dsp:nvSpPr>
      <dsp:spPr bwMode="white">
        <a:xfrm>
          <a:off x="7558088" y="1392750"/>
          <a:ext cx="2957513" cy="1878020"/>
        </a:xfrm>
        <a:prstGeom prst="roundRect">
          <a:avLst>
            <a:gd name="adj" fmla="val 10000"/>
          </a:avLst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121920" tIns="121920" rIns="121920" bIns="1219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>
              <a:solidFill>
                <a:schemeClr val="dk1"/>
              </a:solidFill>
            </a:rPr>
            <a:t>Reset Filters Button</a:t>
          </a:r>
          <a:endParaRPr>
            <a:solidFill>
              <a:schemeClr val="dk1"/>
            </a:solidFill>
          </a:endParaRPr>
        </a:p>
      </dsp:txBody>
      <dsp:txXfrm>
        <a:off x="7558088" y="1392750"/>
        <a:ext cx="2957513" cy="1878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75388-7BE7-4886-A6C5-61126E9370DE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AE9EE-7028-405C-979B-B18F70111C5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13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Dashboard 1: Summary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 order to monitor and assess our bank's lending activities and performance, we need to create a comprehensive Bank Loan Report. This report aims to provide insights into key loan-related metrics and their changes over time. The report will help us make data-driven decisions, track our loan portfolio's health, and identify trends that can inform our lending strategies.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200533"/>
            <a:ext cx="10515600" cy="83273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KPI</a:t>
            </a:r>
            <a:r>
              <a:rPr lang="en-IN" dirty="0">
                <a:solidFill>
                  <a:srgbClr val="F5A524"/>
                </a:solidFill>
              </a:rPr>
              <a:t> </a:t>
            </a:r>
            <a:endParaRPr lang="en-IN" dirty="0">
              <a:solidFill>
                <a:srgbClr val="F5A524"/>
              </a:solidFill>
            </a:endParaRPr>
          </a:p>
        </p:txBody>
      </p:sp>
      <p:graphicFrame>
        <p:nvGraphicFramePr>
          <p:cNvPr id="8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033272"/>
          <a:ext cx="10515600" cy="5624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Visuals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7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Dashboard 2: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In our Bank Loan Report project, we aim to visually represent critical loan-related metrics and trends using a variety of chart types. These charts will provide a clear and insightful view of our lending operations, facilitating data-driven decision-making and enabling us to gain valuable insights into various loan parameters. Below are the specific chart requirements: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Visuals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Filters &amp; Navigation</a:t>
            </a:r>
            <a:endParaRPr lang="en-IN" dirty="0">
              <a:solidFill>
                <a:srgbClr val="002060"/>
              </a:solidFill>
            </a:endParaRP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839</Words>
  <Application>WPS Presentation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SimSun</vt:lpstr>
      <vt:lpstr>Wingdings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Office Theme</vt:lpstr>
      <vt:lpstr>Problem Statement</vt:lpstr>
      <vt:lpstr>Dashboard 1: Summary</vt:lpstr>
      <vt:lpstr>KPI </vt:lpstr>
      <vt:lpstr>Visuals</vt:lpstr>
      <vt:lpstr>Dashboard 2: Overview</vt:lpstr>
      <vt:lpstr>Visuals</vt:lpstr>
      <vt:lpstr>Filters &amp; Navigation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SHAKTHI SHARMA</dc:creator>
  <cp:lastModifiedBy>GAMING 3</cp:lastModifiedBy>
  <cp:revision>6</cp:revision>
  <dcterms:created xsi:type="dcterms:W3CDTF">2026-05-14T13:26:00Z</dcterms:created>
  <dcterms:modified xsi:type="dcterms:W3CDTF">2026-09-16T07:44:35Z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E429314317124A0DA71345DDA1578881_12</vt:lpwstr>
  </property>
  <property fmtid="{D5CDD505-2E9C-101B-9397-08002B2CF9AE}" pid="3" name="KSOProductBuildVer">
    <vt:lpwstr>1033-12.1.0.28485</vt:lpwstr>
  </property>
</Properties>
</file>